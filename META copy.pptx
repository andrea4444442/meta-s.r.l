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71" r:id="rId2"/>
    <p:sldMasterId id="2147483682" r:id="rId3"/>
  </p:sldMasterIdLst>
  <p:notesMasterIdLst>
    <p:notesMasterId r:id="rId22"/>
  </p:notesMasterIdLst>
  <p:sldIdLst>
    <p:sldId id="538" r:id="rId4"/>
    <p:sldId id="537" r:id="rId5"/>
    <p:sldId id="256" r:id="rId6"/>
    <p:sldId id="539" r:id="rId7"/>
    <p:sldId id="540" r:id="rId8"/>
    <p:sldId id="541" r:id="rId9"/>
    <p:sldId id="542" r:id="rId10"/>
    <p:sldId id="399" r:id="rId11"/>
    <p:sldId id="543" r:id="rId12"/>
    <p:sldId id="546" r:id="rId13"/>
    <p:sldId id="547" r:id="rId14"/>
    <p:sldId id="549" r:id="rId15"/>
    <p:sldId id="550" r:id="rId16"/>
    <p:sldId id="555" r:id="rId17"/>
    <p:sldId id="552" r:id="rId18"/>
    <p:sldId id="553" r:id="rId19"/>
    <p:sldId id="554" r:id="rId20"/>
    <p:sldId id="560" r:id="rId21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3CCE07-416D-FC44-ADBA-56A9917A00D5}">
          <p14:sldIdLst>
            <p14:sldId id="538"/>
            <p14:sldId id="537"/>
            <p14:sldId id="256"/>
            <p14:sldId id="539"/>
            <p14:sldId id="540"/>
            <p14:sldId id="541"/>
            <p14:sldId id="542"/>
            <p14:sldId id="399"/>
          </p14:sldIdLst>
        </p14:section>
        <p14:section name="Untitled Section" id="{9E1C7026-D389-254E-A79E-C14174470A9C}">
          <p14:sldIdLst>
            <p14:sldId id="543"/>
            <p14:sldId id="546"/>
            <p14:sldId id="547"/>
          </p14:sldIdLst>
        </p14:section>
        <p14:section name="Untitled Section" id="{0F23E716-1F7C-B641-917F-88C4A577E255}">
          <p14:sldIdLst>
            <p14:sldId id="549"/>
            <p14:sldId id="550"/>
            <p14:sldId id="555"/>
            <p14:sldId id="552"/>
            <p14:sldId id="553"/>
            <p14:sldId id="554"/>
            <p14:sldId id="5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E2D2"/>
    <a:srgbClr val="C5FF92"/>
    <a:srgbClr val="E97132"/>
    <a:srgbClr val="FFF777"/>
    <a:srgbClr val="FF9300"/>
    <a:srgbClr val="EF8378"/>
    <a:srgbClr val="B38BF4"/>
    <a:srgbClr val="ED3437"/>
    <a:srgbClr val="60BBF4"/>
    <a:srgbClr val="EA7E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35"/>
    <p:restoredTop sz="93140"/>
  </p:normalViewPr>
  <p:slideViewPr>
    <p:cSldViewPr snapToGrid="0" showGuides="1">
      <p:cViewPr>
        <p:scale>
          <a:sx n="93" d="100"/>
          <a:sy n="93" d="100"/>
        </p:scale>
        <p:origin x="392" y="368"/>
      </p:cViewPr>
      <p:guideLst>
        <p:guide orient="horz" pos="2137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7ED993-19DA-3F49-AFFD-C4F83A9F7DE0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FE310-AA25-864B-B84B-51B1750FB5F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79200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FE310-AA25-864B-B84B-51B1750FB5FE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15949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27E88-E58B-F362-EBB2-32ECA02EBF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69AE28-55BE-2774-7586-C2A3AAC3E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FA840-852F-60FE-8943-B8B554923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53DFD-7863-77F5-4DBB-A4719ECBC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89AF4-4F59-D9E9-EB52-BBD34819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11544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EDD70-EF13-AF43-9896-C5B8A608D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DB478-21DB-604E-8F7B-5047DE9A3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F00C11-819C-A9E7-5803-5FC8AC8F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8DF31-59B9-47D6-E03D-01EB471C4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D4E4C-BDE5-D229-02C8-BA4F2723E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19709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C86EC-9803-7E15-58A7-2D90EF4A8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A2DAD6-C694-389A-7786-4558E8157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2A9F3E-596F-8B2A-83DD-065D751E8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8A6F4-DDCA-9EFE-17DE-D000E0F28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40B6A-3105-7915-BC0A-C13E4F67F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68693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3B889-879F-CB5E-C322-19F7D6059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0AD65-648B-5FCD-52E6-548BD6AB2F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418BE-6724-D17B-AF3C-54AA88F35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483EB-0F10-087C-087F-FD3F1ECDA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913D05-8AF7-8520-4D27-E235C2B48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D8E34-70EF-40DB-6E66-796959C75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78323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5AF78-D2F6-9C35-13C0-F4EAF7A6B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F3A772-5D24-9C59-4628-B272F99A9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223B50-4F73-CE77-77BA-010FC92627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30626B-E914-C91E-0948-4F328446EB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B7818C-3573-8882-0006-37F855040D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6493D-29E4-2AF2-D834-5DA4D33A0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DF1B98-4021-B204-A465-E687999D6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4334A7-6572-A41D-DB7B-844052498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73346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EC1B0-7992-861E-999F-FAE4D2813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8863-B2D8-F01A-C390-0861224E4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DE614-E01F-5D50-0BE1-E301EB2FF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5991B0-39EA-CD31-1292-2A6AF52C9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10415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6D0AD-932A-0992-2A21-8EC549A9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5E037F-44D4-1AA6-1A5E-D960AD1AA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AE94E-2724-CE48-2EB9-FA5CC3387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24125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6F03-2FA0-897F-A71B-D1B079195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D4E5C-E135-5516-351A-92D01175B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43DF23-89CA-062F-EDB7-25261D668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4A0B70-9568-299E-949C-6E0B40690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743A41-18D4-4EB1-BA57-96FA49DD0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68CF1-C03E-95AE-AA8E-CC929E12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10908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C759C-DCC0-79EE-D422-CACE43AB7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66E02E-051C-57B7-1E84-BBA25F26B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A65AC-ED1B-52BF-FCD6-58985B358B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DB8C6-A776-6F21-EE0D-4D77D6BF5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E7C15-C5B4-3157-3499-7FCD1D695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6A317-9E56-84D3-E207-54A37C06E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71798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31922-0BFD-009F-40F3-E5801845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A1E39-25D3-2E6A-7AB1-200D34A26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157AE-6885-16CE-962E-04F4C7382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DCAC8-AFED-BBA2-0B3A-B1CCA4034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36C8F-70D7-A0B0-28EB-11C018D0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8497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99293C-4392-8D2A-6451-BDEE968CC4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1E7FA6-5A32-9492-899D-16C09DFC97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D0AEF-11E2-510C-22AD-732E32F0F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F1E35-2D63-9312-CE9F-E8C657273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5D8B8-2025-9A86-D264-B65B3B66E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369889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6223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3400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55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2975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910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46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36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0528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9955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991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2787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65A6A8-EEC2-E9B7-0DA3-D82DD85A6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DDED48-6094-1103-22BD-C0B6467BF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CEB84-A543-5271-1ADE-FE0118965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96D53-B5A5-CA41-931F-2C2D906BE50C}" type="datetimeFigureOut">
              <a:rPr lang="en-IT" smtClean="0"/>
              <a:t>02/05/26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13AA7-0C37-CBAE-F876-C45E2221B0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8A0A8-9A1F-673A-B324-208F2B5EDE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210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Meta 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1303000" y="254000"/>
            <a:ext cx="6350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07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5704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13.svg"/><Relationship Id="rId4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7.svg"/><Relationship Id="rId7" Type="http://schemas.openxmlformats.org/officeDocument/2006/relationships/image" Target="../media/image20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19.svg"/><Relationship Id="rId10" Type="http://schemas.openxmlformats.org/officeDocument/2006/relationships/image" Target="../media/image23.svg"/><Relationship Id="rId4" Type="http://schemas.openxmlformats.org/officeDocument/2006/relationships/image" Target="../media/image18.svg"/><Relationship Id="rId9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8090860-100A-AA03-23BE-2E1060FC788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0BB00B-D7BE-3601-466B-E6162DD87A09}"/>
              </a:ext>
            </a:extLst>
          </p:cNvPr>
          <p:cNvSpPr/>
          <p:nvPr/>
        </p:nvSpPr>
        <p:spPr>
          <a:xfrm>
            <a:off x="5818982" y="3151982"/>
            <a:ext cx="554036" cy="554036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C63B57-41CF-1066-D217-81BC70763399}"/>
              </a:ext>
            </a:extLst>
          </p:cNvPr>
          <p:cNvSpPr/>
          <p:nvPr/>
        </p:nvSpPr>
        <p:spPr>
          <a:xfrm>
            <a:off x="5903856" y="3236856"/>
            <a:ext cx="384290" cy="384290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C05FB89-4B75-4C82-5CA1-52AD7D809FBA}"/>
              </a:ext>
            </a:extLst>
          </p:cNvPr>
          <p:cNvSpPr/>
          <p:nvPr/>
        </p:nvSpPr>
        <p:spPr>
          <a:xfrm>
            <a:off x="5990472" y="3323472"/>
            <a:ext cx="211058" cy="211058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1A18D79-063E-03DE-17DF-FA79394630F1}"/>
              </a:ext>
            </a:extLst>
          </p:cNvPr>
          <p:cNvSpPr/>
          <p:nvPr/>
        </p:nvSpPr>
        <p:spPr>
          <a:xfrm rot="11260156">
            <a:off x="6046486" y="3379486"/>
            <a:ext cx="99028" cy="99028"/>
          </a:xfrm>
          <a:prstGeom prst="ellipse">
            <a:avLst/>
          </a:prstGeom>
          <a:noFill/>
          <a:ln w="762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D9BE5C-42D7-900C-23D8-63D6C27752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8178" y="3151982"/>
            <a:ext cx="535643" cy="55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983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91EDF-8B4D-5902-65A5-0C68EC75E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6776F3-BFE9-3E4D-BDF0-3FEC6E4E8D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008FEF1-1ED4-C74D-1FDC-40D17A5CBE90}"/>
              </a:ext>
            </a:extLst>
          </p:cNvPr>
          <p:cNvSpPr/>
          <p:nvPr/>
        </p:nvSpPr>
        <p:spPr>
          <a:xfrm>
            <a:off x="0" y="-2667000"/>
            <a:ext cx="12192000" cy="12192000"/>
          </a:xfrm>
          <a:prstGeom prst="ellipse">
            <a:avLst/>
          </a:prstGeom>
          <a:noFill/>
          <a:ln w="1905000">
            <a:gradFill>
              <a:gsLst>
                <a:gs pos="0">
                  <a:schemeClr val="tx1"/>
                </a:gs>
                <a:gs pos="74000">
                  <a:schemeClr val="accent1"/>
                </a:gs>
                <a:gs pos="100000">
                  <a:schemeClr val="accent5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DBAED6-5016-B299-36AD-6F37FA0F571B}"/>
              </a:ext>
            </a:extLst>
          </p:cNvPr>
          <p:cNvSpPr/>
          <p:nvPr/>
        </p:nvSpPr>
        <p:spPr>
          <a:xfrm>
            <a:off x="1867694" y="-799306"/>
            <a:ext cx="8456613" cy="8456613"/>
          </a:xfrm>
          <a:prstGeom prst="ellipse">
            <a:avLst/>
          </a:prstGeom>
          <a:noFill/>
          <a:ln w="1905000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7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D37AA2B-59CA-DC76-A890-028D4A4D3AB7}"/>
              </a:ext>
            </a:extLst>
          </p:cNvPr>
          <p:cNvSpPr/>
          <p:nvPr/>
        </p:nvSpPr>
        <p:spPr>
          <a:xfrm>
            <a:off x="3773746" y="1106746"/>
            <a:ext cx="4644509" cy="4644509"/>
          </a:xfrm>
          <a:prstGeom prst="ellipse">
            <a:avLst/>
          </a:prstGeom>
          <a:noFill/>
          <a:ln w="1905000">
            <a:gradFill>
              <a:gsLst>
                <a:gs pos="0">
                  <a:schemeClr val="tx1"/>
                </a:gs>
                <a:gs pos="74000">
                  <a:schemeClr val="accent1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7E21D92-900B-54B1-C1BE-26E189E56D35}"/>
              </a:ext>
            </a:extLst>
          </p:cNvPr>
          <p:cNvSpPr/>
          <p:nvPr/>
        </p:nvSpPr>
        <p:spPr>
          <a:xfrm>
            <a:off x="5006412" y="2339412"/>
            <a:ext cx="2179176" cy="2179176"/>
          </a:xfrm>
          <a:prstGeom prst="ellipse">
            <a:avLst/>
          </a:prstGeom>
          <a:noFill/>
          <a:ln w="762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96F5FB-8DE6-90A8-D27C-CB0BB7146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616" y="2430470"/>
            <a:ext cx="1930768" cy="19970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0FA0AB-4F7C-D384-9969-27C8D6002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21C66-0531-A25A-C89D-4F16AE99C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97024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49DD6BB9-35B3-6DAC-1A20-0D02EDBE7129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C653FFE3-51D2-E5E6-8FD8-DCB0E53F844E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47657405-549D-2462-D11A-AB0A9F908295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88D0F0F-9A5A-A0C7-423F-6E4A859965E6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DDF01AE-1558-832B-B7D1-F5B715656D40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D3BBA22-57E4-62EB-74B2-590980924134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F8152304-8D9C-B49B-20B2-38EF85A53629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23E6E50-3A88-6CC4-7E24-DC96F1F61C71}"/>
              </a:ext>
            </a:extLst>
          </p:cNvPr>
          <p:cNvGrpSpPr/>
          <p:nvPr/>
        </p:nvGrpSpPr>
        <p:grpSpPr>
          <a:xfrm>
            <a:off x="-894712" y="2829534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301DF338-1931-3C9F-C3E0-6764D6FCD090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59218DA7-EFD7-DF08-6345-B6A037E0B216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3211B5F-BD10-B63B-8778-BCE749AE7D5B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E39A86F-1414-3A34-253A-EE87BB00CA18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8588DB7-EC68-96CF-13E0-2AFEF04048CE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1814A2EE-4BCE-A510-3B81-6F2A9BF67389}"/>
                </a:ext>
              </a:extLst>
            </p:cNvPr>
            <p:cNvSpPr/>
            <p:nvPr/>
          </p:nvSpPr>
          <p:spPr>
            <a:xfrm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8213B5D-5DB9-CCD2-D234-FEFD436C6FF5}"/>
              </a:ext>
            </a:extLst>
          </p:cNvPr>
          <p:cNvGrpSpPr/>
          <p:nvPr/>
        </p:nvGrpSpPr>
        <p:grpSpPr>
          <a:xfrm>
            <a:off x="-894712" y="612723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370A4CA-3B65-0573-9F67-8FC203C81250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B069007-7F88-5497-2FD1-AC5B77EEB3C2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23A57BE-6882-3CAA-C3E7-EB3D78F2CD91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C4ED907-8D59-99E1-349B-9A2072761986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4AE8E34-26B9-CCEA-5B7A-F28177A87348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D4B23B7-4233-A3DA-8F59-065ED8D6E8FF}"/>
                </a:ext>
              </a:extLst>
            </p:cNvPr>
            <p:cNvSpPr/>
            <p:nvPr/>
          </p:nvSpPr>
          <p:spPr>
            <a:xfrm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144D9042-F5F0-241C-6E70-EF47E8E33F45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F6C0CF4-832E-C436-5173-4221D0355B44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033FC4-0933-3CCA-6FCB-5E763A71F184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7C1EA7C-1B4A-011F-11E8-EEF36D817C9D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71CCE17-0C8D-3E8F-E28F-91921470B4DE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E0AC57-812E-7ECA-021D-4F8979A1D41A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0EA20D6-32E9-BD33-D7F2-32C4844D4BDD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095F5C41-EA9C-ECE1-FB12-7D7F16A8AF32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BF5EDF4-E0EB-C9D8-C16D-062E94A03CC8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79" name="Half-frame 78">
              <a:extLst>
                <a:ext uri="{FF2B5EF4-FFF2-40B4-BE49-F238E27FC236}">
                  <a16:creationId xmlns:a16="http://schemas.microsoft.com/office/drawing/2014/main" id="{A99D00E1-3438-C724-9482-0BAE8B07E7AA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5410DD55-31BE-555E-A16F-2BB7E4138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63313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77D2E-2EEE-B860-B5E2-9E4354F6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059AF4D3-7DD4-15CF-EB76-F8605A17F552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4FBE2CF1-34A9-4466-BB2D-5E523DC8699A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C6A87798-1215-B692-58F0-E08368F1BCE5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55FBF2-9B8E-43B7-75C1-46732392AFD7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244934E-73F6-7DDD-2F52-EB7951B98C33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CD2AD63-15FB-DBA5-FF20-1DFBC15C55E1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33FF73D-8FC0-7585-9951-11BCF7291EE5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439EFCD-563A-DB99-838B-31130C2D35CE}"/>
              </a:ext>
            </a:extLst>
          </p:cNvPr>
          <p:cNvGrpSpPr/>
          <p:nvPr/>
        </p:nvGrpSpPr>
        <p:grpSpPr>
          <a:xfrm>
            <a:off x="-894712" y="2829534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BFC81775-BEA9-D10A-1617-4776CB8AEEB6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AAAB284-7CC6-BB6F-3E78-B8D47B468B08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E17A9EE-D236-0766-2E26-BD8D0B542133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5786D01-1186-A9C9-F2AE-B5C81801DB29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5EDF700-D79A-AC54-4951-642CA9BDF088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2FF19A9B-A79B-CFBA-A4DD-FCFAFA00E113}"/>
                </a:ext>
              </a:extLst>
            </p:cNvPr>
            <p:cNvSpPr/>
            <p:nvPr/>
          </p:nvSpPr>
          <p:spPr>
            <a:xfrm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930F3E4D-E366-84B5-E0A9-36936C74812B}"/>
              </a:ext>
            </a:extLst>
          </p:cNvPr>
          <p:cNvGrpSpPr/>
          <p:nvPr/>
        </p:nvGrpSpPr>
        <p:grpSpPr>
          <a:xfrm>
            <a:off x="3667456" y="638222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64D1457-C859-9B37-9202-687252148434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AE924C88-BE6B-E6AF-6523-8D9A00E612CA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0D8126-D8D0-EA78-3C25-67D716116975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F4BFE5-914B-6CD8-E5BB-FC8D193C6B56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F7849D8-342E-CF2E-B4E6-0A29788CF619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3250FB8-6B45-5D35-59E0-610DF410FA85}"/>
                </a:ext>
              </a:extLst>
            </p:cNvPr>
            <p:cNvSpPr/>
            <p:nvPr/>
          </p:nvSpPr>
          <p:spPr>
            <a:xfrm rot="11355175"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96F8DC2-E9BC-BB23-D160-AF1EB0D450E1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6A99968-8C84-D2C6-EE6A-41AFD4B9AFBF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EC27923-84C1-6A40-24F9-7CC37A00D015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C21B2B0-2909-A4F9-F0CB-72F459D96783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EBB864-E226-FF15-5F2A-78B2F3DB21F8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ACA835A-152D-0A98-E90B-572D5DD05A6D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D1765A8-7007-CC89-6F83-DCA1A7CF6153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C48D9365-F3B2-0F9D-B142-05E02006E58D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B10448-D8D1-67B7-349C-553BACEC5AA2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13" name="Half-frame 12">
              <a:extLst>
                <a:ext uri="{FF2B5EF4-FFF2-40B4-BE49-F238E27FC236}">
                  <a16:creationId xmlns:a16="http://schemas.microsoft.com/office/drawing/2014/main" id="{8F9D94C4-8E18-7490-0E04-402F585E09C5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7D7F0F4-95F5-DB18-377B-5F61B2218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19540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6B788-47D0-5F3E-D699-EF6602D4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443E66FA-B0D6-A8D6-9B54-F9602A2516C8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34519420-DCC6-2F57-3F6E-922C3B0444F3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89EA5E48-16F6-D9FE-D907-511FE96E6977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F64930F9-55EB-CC8B-93F3-0F4DF550D36F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D6864DA-CC63-DAAC-7F11-0203F99F7AEA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C147D37-212D-6C35-FF57-18E072262686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D4123376-586C-CC7A-F4D7-527B30048039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F61AEA0-BFEA-FA1E-8421-D888014D1843}"/>
              </a:ext>
            </a:extLst>
          </p:cNvPr>
          <p:cNvGrpSpPr/>
          <p:nvPr/>
        </p:nvGrpSpPr>
        <p:grpSpPr>
          <a:xfrm>
            <a:off x="3667456" y="2841665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56C8F6B-036A-263D-F0C1-C914426AB7C4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DCAFFA14-661C-4BDA-6B0A-464916335609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FA8800C-2D4C-5417-1C6D-6C65A875246B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634154F-BFC6-A8DB-D3A7-BF90847EED2A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6617622-3835-C1C7-A050-D502FE1FF3C0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51E7F133-6ACB-2B13-4DE8-357F73700C4D}"/>
                </a:ext>
              </a:extLst>
            </p:cNvPr>
            <p:cNvSpPr/>
            <p:nvPr/>
          </p:nvSpPr>
          <p:spPr>
            <a:xfrm rot="12116646"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243CB4D-7133-0F69-9CD1-3ABA97D1AA5B}"/>
              </a:ext>
            </a:extLst>
          </p:cNvPr>
          <p:cNvGrpSpPr/>
          <p:nvPr/>
        </p:nvGrpSpPr>
        <p:grpSpPr>
          <a:xfrm>
            <a:off x="3667456" y="638222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0E14703E-D00E-C7A1-0F2F-8C0038A6C44A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CDE0A966-795E-5C95-C6E8-91F87A6AD6A6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D91409-9074-6D27-7E9D-23E1143A5974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9EB50F-F4E3-5978-DF66-060A5BBAEE3F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810D527-010B-935A-4711-DF61A960497D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1C62F9-C8D0-1FFA-B86A-76690BF49890}"/>
                </a:ext>
              </a:extLst>
            </p:cNvPr>
            <p:cNvSpPr/>
            <p:nvPr/>
          </p:nvSpPr>
          <p:spPr>
            <a:xfrm rot="11355175"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8BD4FF38-F0C1-4EE2-59D2-61DC045D3BAD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2B0233F-5C7A-9FB6-282C-E0001AECCD6A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CD0DE50-9AB6-1B78-9167-073944765E0E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34BB4B7-409A-7369-F787-5D4BE3F38A1D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D0C3767-B261-2C63-8505-7FED43734971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83687D6-3700-E420-28AE-FE2279643AC2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3F28B15-EEB0-61C0-0127-F9686F98A033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E26D078B-B9E4-9F16-BC39-CDCE5D51810E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9909AF-11D0-256B-DE13-F369E9D60C32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5" name="Half-frame 4">
              <a:extLst>
                <a:ext uri="{FF2B5EF4-FFF2-40B4-BE49-F238E27FC236}">
                  <a16:creationId xmlns:a16="http://schemas.microsoft.com/office/drawing/2014/main" id="{EED7B8C6-BAC8-A376-A4E3-90E4AE66F406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AE4DC4-52FF-8456-7362-2520151641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96469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14094-9AD2-D360-5354-DB2B6837A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BDB94934-ABA7-F4CD-8533-0E2AC4BC14CB}"/>
              </a:ext>
            </a:extLst>
          </p:cNvPr>
          <p:cNvGrpSpPr/>
          <p:nvPr/>
        </p:nvGrpSpPr>
        <p:grpSpPr>
          <a:xfrm>
            <a:off x="3667456" y="5105023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05138A91-D808-4C50-9A6F-8C68BD168CED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BD748BB2-0A89-78CA-5EE1-D115503169AB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81BC1290-5E8C-8E30-0AC0-8B8907541FCB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79D4143-98C0-1CFE-E78A-D531C7300297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E11A07-A7F6-4083-5BBC-AF736C27872B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BAA17AA6-ACD3-EB08-25C1-03EEABB007F4}"/>
                </a:ext>
              </a:extLst>
            </p:cNvPr>
            <p:cNvSpPr/>
            <p:nvPr/>
          </p:nvSpPr>
          <p:spPr>
            <a:xfrm rot="10800000"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7A8161-75F8-7A32-2362-12BB0F98C0E2}"/>
              </a:ext>
            </a:extLst>
          </p:cNvPr>
          <p:cNvGrpSpPr/>
          <p:nvPr/>
        </p:nvGrpSpPr>
        <p:grpSpPr>
          <a:xfrm>
            <a:off x="3667456" y="2841665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98E0F2E6-2FFE-4C88-4435-42FAF5487550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28574D3-4D29-BC49-4EED-9CCB1F56BF6F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8DD55F3-9D14-E1B4-0F2D-95AB7CDB67EA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5CD3479-2A34-6DE8-4B74-C0653A71AF15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77A87E9-C01B-A699-E30E-66D18F249E82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0C4A1B1-4AB5-C91A-A9D0-5B341357F189}"/>
                </a:ext>
              </a:extLst>
            </p:cNvPr>
            <p:cNvSpPr/>
            <p:nvPr/>
          </p:nvSpPr>
          <p:spPr>
            <a:xfrm rot="12116646"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8BA5EF84-EF8D-15AD-A622-C34342003F28}"/>
              </a:ext>
            </a:extLst>
          </p:cNvPr>
          <p:cNvGrpSpPr/>
          <p:nvPr/>
        </p:nvGrpSpPr>
        <p:grpSpPr>
          <a:xfrm>
            <a:off x="3667456" y="638222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5FDFE68A-667B-021F-64BD-734C5293BDDC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F060ACB-2D90-11BB-6DE4-9F8D2315CA62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FE73D5A-84C3-DCB7-5D88-C723E94B1930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04DB726-9E31-BBA8-6ADD-C9884A352C9E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E7A1388-AA46-3D16-B947-48CDC51796C2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ECF02BF7-CA9A-0C9F-4622-DA18ABB494A6}"/>
                </a:ext>
              </a:extLst>
            </p:cNvPr>
            <p:cNvSpPr/>
            <p:nvPr/>
          </p:nvSpPr>
          <p:spPr>
            <a:xfrm rot="11355175"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72B3BF05-DEEF-C84C-85E3-3E6E57C31410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93594C-7D7F-BBBD-FA1D-9460AFC654C9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0EA071C-E6C5-3ED3-9EBB-68908418E333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6387994-D26E-50F4-FBEA-25CFC66362AC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5A65BA4-868A-DA9D-FEB2-48DC1FAD0CAD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B7CB41-E23D-66FC-C633-A5D90C939612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ABBD34-D265-FF8E-B84B-0CE01B81F2D6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2A242D36-DE06-0C1D-ABE3-41512946490D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16048A7-E0FF-82EC-00D8-F11F27B9CFEA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4" name="Half-frame 3">
              <a:extLst>
                <a:ext uri="{FF2B5EF4-FFF2-40B4-BE49-F238E27FC236}">
                  <a16:creationId xmlns:a16="http://schemas.microsoft.com/office/drawing/2014/main" id="{4695C4F5-D787-FF50-BA36-7D920D6361B1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8DECE3D-6AB9-34CC-4CAC-7660022406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5344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A7414-FF15-EE42-6ADC-D3420926F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25BF181E-E94F-1906-7069-FA0E60022B8E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5F4F1C17-0563-E5AA-63E1-AD781CAE38B9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5CDB2172-6EBE-F6A4-77E7-8672EBEAA52B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B2A8A48-0EC0-9DA1-A9C1-B00B50352666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E7070D-5BAC-F952-0707-C80B9924B3A1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65EE903-FDB6-B7E8-0C2F-6BD076ADCA85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C439E00-74C5-52A2-869C-673EB00F14B4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C67B0B7-7229-4AFA-2050-D91BBE939F2A}"/>
              </a:ext>
            </a:extLst>
          </p:cNvPr>
          <p:cNvGrpSpPr/>
          <p:nvPr/>
        </p:nvGrpSpPr>
        <p:grpSpPr>
          <a:xfrm>
            <a:off x="-894712" y="2829534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DF0F49EF-B3DB-35B5-3B17-7D197B6CAFBF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6A704238-9A3F-68C6-3F42-1049B6FDE24D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9E444D6-77AC-F5A7-8343-F322102BC768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EC656E1-C30F-28EA-852D-1E8D530A5436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421C037-0378-CDDD-629F-5FBFA3BB8916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24A8F7E4-F6B3-AF81-7101-37ED0CEE3C4A}"/>
                </a:ext>
              </a:extLst>
            </p:cNvPr>
            <p:cNvSpPr/>
            <p:nvPr/>
          </p:nvSpPr>
          <p:spPr>
            <a:xfrm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2BF5409-C048-81D1-4116-D5C1BA0BC57A}"/>
              </a:ext>
            </a:extLst>
          </p:cNvPr>
          <p:cNvGrpSpPr/>
          <p:nvPr/>
        </p:nvGrpSpPr>
        <p:grpSpPr>
          <a:xfrm>
            <a:off x="-894712" y="612723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367EE-7853-89A0-1B59-BCA9DC1165E9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AB0EA215-E37F-92ED-12AD-407DAC1B8CFD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2E1EA-A4FE-EE44-5206-03005940D8CD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9893EA-CDD2-99DF-A2CA-EE102CBAF9C6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8A49123-A8DD-4CBF-C6BC-A244737397A4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99956D-91CB-F5BA-DD74-A599DF19E6C4}"/>
                </a:ext>
              </a:extLst>
            </p:cNvPr>
            <p:cNvSpPr/>
            <p:nvPr/>
          </p:nvSpPr>
          <p:spPr>
            <a:xfrm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ACC5944A-508B-62F6-80A8-B72B2DB3D7DC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5201E-6FFF-706A-A294-CF5F28FB6AAE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718AC9-DCD5-6172-1A40-51CBDD540BDE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2BED6D6-3CE1-1474-8BD9-83C905E49F39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DF77957-E055-49DF-BC79-E4D53A1DE38C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34FDB79-F0DE-6D56-7B91-BF5456C23780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DFDF958-330E-D046-38FF-E325A675CCDC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FCEEAA13-04ED-C173-7AEC-A18EE62AD6CF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863C99F-9341-3480-FF05-662A42B1223B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79" name="Half-frame 78">
              <a:extLst>
                <a:ext uri="{FF2B5EF4-FFF2-40B4-BE49-F238E27FC236}">
                  <a16:creationId xmlns:a16="http://schemas.microsoft.com/office/drawing/2014/main" id="{EB04509F-122E-BD07-AD11-1133794EA062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tx1"/>
                </a:solidFill>
              </a:endParaRP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7A88DBC1-ED62-6593-D4FC-A01BB91AE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8376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F6DA3-5F66-91AD-5C8A-141266BBC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EA09CDE0-3EB3-87E0-3D99-004FF2161C9F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it-IT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5547B6BF-69A1-3153-3ED3-C6302FE7D99D}"/>
              </a:ext>
            </a:extLst>
          </p:cNvPr>
          <p:cNvSpPr/>
          <p:nvPr/>
        </p:nvSpPr>
        <p:spPr>
          <a:xfrm>
            <a:off x="451821" y="3883229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b="1" kern="0" spc="400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SCENARIO ADVANCED</a:t>
            </a:r>
            <a:endParaRPr lang="en-US" sz="1600" dirty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133BD37-EC62-51A5-F3D7-0D371415E6B3}"/>
              </a:ext>
            </a:extLst>
          </p:cNvPr>
          <p:cNvSpPr/>
          <p:nvPr/>
        </p:nvSpPr>
        <p:spPr>
          <a:xfrm>
            <a:off x="475044" y="3912844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56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DI SVILUPPO</a:t>
            </a:r>
            <a:endParaRPr lang="en-US" sz="5600" dirty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6940C5B1-B48A-ADC3-F877-A3CDBD464371}"/>
              </a:ext>
            </a:extLst>
          </p:cNvPr>
          <p:cNvSpPr/>
          <p:nvPr/>
        </p:nvSpPr>
        <p:spPr>
          <a:xfrm>
            <a:off x="451821" y="5068021"/>
            <a:ext cx="853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000" i="1" dirty="0" err="1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20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collateral business · Partnership · </a:t>
            </a:r>
            <a:r>
              <a:rPr lang="en-US" sz="2000" i="1" dirty="0" err="1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Nuove</a:t>
            </a:r>
            <a:r>
              <a:rPr lang="en-US" sz="20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industries</a:t>
            </a:r>
          </a:p>
        </p:txBody>
      </p: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5" name="Section Zoom 4">
                <a:extLst>
                  <a:ext uri="{FF2B5EF4-FFF2-40B4-BE49-F238E27FC236}">
                    <a16:creationId xmlns:a16="http://schemas.microsoft.com/office/drawing/2014/main" id="{55EBCF6F-3851-FE95-E3BB-3BBAD13AA32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86551476"/>
                  </p:ext>
                </p:extLst>
              </p:nvPr>
            </p:nvGraphicFramePr>
            <p:xfrm>
              <a:off x="0" y="0"/>
              <a:ext cx="1771427" cy="996428"/>
            </p:xfrm>
            <a:graphic>
              <a:graphicData uri="http://schemas.microsoft.com/office/powerpoint/2016/sectionzoom">
                <psez:sectionZm>
                  <psez:sectionZmObj sectionId="{9E1C7026-D389-254E-A79E-C14174470A9C}">
                    <psez:zmPr id="{D0B4A6AB-5C6E-0B4E-A9B3-359CFFE8CB3C}" transitionDur="1000" showBg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771427" cy="996428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5" name="Section Zoom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5EBCF6F-3851-FE95-E3BB-3BBAD13AA3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771427" cy="99642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7962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028850-87F1-4C1C-41E5-716D33655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85" y="613525"/>
            <a:ext cx="5444030" cy="5630950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6F29EA1C-6E59-6687-BDFA-0C60822E46FF}"/>
              </a:ext>
            </a:extLst>
          </p:cNvPr>
          <p:cNvSpPr/>
          <p:nvPr/>
        </p:nvSpPr>
        <p:spPr>
          <a:xfrm>
            <a:off x="8818015" y="2348883"/>
            <a:ext cx="337398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3200" b="1" dirty="0">
                <a:latin typeface="Montserrat" pitchFamily="2" charset="77"/>
                <a:ea typeface="Calibri" pitchFamily="34" charset="-122"/>
                <a:cs typeface="Calibri" pitchFamily="34" charset="-120"/>
              </a:rPr>
              <a:t>meta </a:t>
            </a:r>
          </a:p>
          <a:p>
            <a:pPr defTabSz="1219170"/>
            <a:r>
              <a:rPr lang="en-US" sz="3200" b="1" dirty="0">
                <a:latin typeface="Montserrat" pitchFamily="2" charset="77"/>
                <a:ea typeface="Calibri" pitchFamily="34" charset="-122"/>
                <a:cs typeface="Calibri" pitchFamily="34" charset="-120"/>
              </a:rPr>
              <a:t>ADVISORY </a:t>
            </a:r>
          </a:p>
          <a:p>
            <a:pPr defTabSz="1219170"/>
            <a:r>
              <a:rPr lang="en-US" sz="3200" b="1" dirty="0">
                <a:latin typeface="Montserrat" pitchFamily="2" charset="77"/>
                <a:ea typeface="Calibri" pitchFamily="34" charset="-122"/>
                <a:cs typeface="Calibri" pitchFamily="34" charset="-120"/>
              </a:rPr>
              <a:t>&amp; TECH SERVICES</a:t>
            </a:r>
            <a:endParaRPr lang="en-US" sz="3200" dirty="0"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53604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9AB59C-3E6E-5B08-CE4E-A171143B3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4">
            <a:extLst>
              <a:ext uri="{FF2B5EF4-FFF2-40B4-BE49-F238E27FC236}">
                <a16:creationId xmlns:a16="http://schemas.microsoft.com/office/drawing/2014/main" id="{F4FBF3A2-9439-7C90-8505-B830B8487537}"/>
              </a:ext>
            </a:extLst>
          </p:cNvPr>
          <p:cNvSpPr/>
          <p:nvPr/>
        </p:nvSpPr>
        <p:spPr>
          <a:xfrm>
            <a:off x="2273860" y="3914402"/>
            <a:ext cx="139137" cy="384048"/>
          </a:xfrm>
          <a:prstGeom prst="rect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2CCB1B2C-61D6-19F3-7A8B-DFFC10677214}"/>
              </a:ext>
            </a:extLst>
          </p:cNvPr>
          <p:cNvSpPr/>
          <p:nvPr/>
        </p:nvSpPr>
        <p:spPr>
          <a:xfrm>
            <a:off x="2552134" y="3914402"/>
            <a:ext cx="139137" cy="384048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F910E579-4CB8-CBE4-3CD1-C535413398D0}"/>
              </a:ext>
            </a:extLst>
          </p:cNvPr>
          <p:cNvSpPr/>
          <p:nvPr/>
        </p:nvSpPr>
        <p:spPr>
          <a:xfrm>
            <a:off x="2691271" y="3914402"/>
            <a:ext cx="139137" cy="384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45056A18-3C61-7F01-F08B-7E0B4B36822F}"/>
              </a:ext>
            </a:extLst>
          </p:cNvPr>
          <p:cNvSpPr/>
          <p:nvPr/>
        </p:nvSpPr>
        <p:spPr>
          <a:xfrm>
            <a:off x="2412997" y="3914402"/>
            <a:ext cx="139137" cy="384048"/>
          </a:xfrm>
          <a:prstGeom prst="rect">
            <a:avLst/>
          </a:prstGeom>
          <a:solidFill>
            <a:srgbClr val="E9713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Half-frame 3">
            <a:extLst>
              <a:ext uri="{FF2B5EF4-FFF2-40B4-BE49-F238E27FC236}">
                <a16:creationId xmlns:a16="http://schemas.microsoft.com/office/drawing/2014/main" id="{154B9B20-1739-DA2B-735E-72A398B012D2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77663E-168C-C384-7B95-BC1CCF8A4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21CD1F32-BF3F-571F-894D-D42FBEED4C3B}"/>
              </a:ext>
            </a:extLst>
          </p:cNvPr>
          <p:cNvGraphicFramePr>
            <a:graphicFrameLocks noGrp="1"/>
          </p:cNvGraphicFramePr>
          <p:nvPr/>
        </p:nvGraphicFramePr>
        <p:xfrm>
          <a:off x="2139696" y="1825797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della Produzione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del personale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Spese per servizi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totali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(ante imposte)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6021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7FD63-26A5-A296-8ABC-C56F166E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alf-frame 3">
            <a:extLst>
              <a:ext uri="{FF2B5EF4-FFF2-40B4-BE49-F238E27FC236}">
                <a16:creationId xmlns:a16="http://schemas.microsoft.com/office/drawing/2014/main" id="{22004C55-3548-9B10-EA0F-E2985360E21C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373965-F31B-7D4E-9406-AFD7A66A8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A1EDD1C9-0BA3-D209-F8B2-9666FFC36007}"/>
              </a:ext>
            </a:extLst>
          </p:cNvPr>
          <p:cNvGraphicFramePr>
            <a:graphicFrameLocks noGrp="1"/>
          </p:cNvGraphicFramePr>
          <p:nvPr/>
        </p:nvGraphicFramePr>
        <p:xfrm>
          <a:off x="2139696" y="1825797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della Produzione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del personale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Spese per servizi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totali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(ante imposte)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36B234E7-D905-AF63-33AE-1DB81D77AB36}"/>
              </a:ext>
            </a:extLst>
          </p:cNvPr>
          <p:cNvGrpSpPr/>
          <p:nvPr/>
        </p:nvGrpSpPr>
        <p:grpSpPr>
          <a:xfrm>
            <a:off x="5593977" y="-161365"/>
            <a:ext cx="11160972" cy="981895"/>
            <a:chOff x="5593977" y="-258375"/>
            <a:chExt cx="11160972" cy="981895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43C7DE-F034-FA05-C29D-6A1BFA887265}"/>
                </a:ext>
              </a:extLst>
            </p:cNvPr>
            <p:cNvSpPr/>
            <p:nvPr/>
          </p:nvSpPr>
          <p:spPr>
            <a:xfrm>
              <a:off x="5593977" y="-258375"/>
              <a:ext cx="8462682" cy="981895"/>
            </a:xfrm>
            <a:prstGeom prst="rect">
              <a:avLst/>
            </a:prstGeom>
            <a:solidFill>
              <a:srgbClr val="FF9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4744D9D6-B436-3B90-69E3-85B027A05542}"/>
                </a:ext>
              </a:extLst>
            </p:cNvPr>
            <p:cNvSpPr/>
            <p:nvPr/>
          </p:nvSpPr>
          <p:spPr>
            <a:xfrm>
              <a:off x="5782149" y="-168068"/>
              <a:ext cx="10972800" cy="8012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ontserrat" pitchFamily="2" charset="77"/>
                  <a:ea typeface="Calibri" pitchFamily="34" charset="-122"/>
                  <a:cs typeface="Calibri" pitchFamily="34" charset="-120"/>
                </a:rPr>
                <a:t>STRATEGIE DI SVILUPPO</a:t>
              </a: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endParaRPr>
            </a:p>
          </p:txBody>
        </p:sp>
      </p:grpSp>
      <p:sp>
        <p:nvSpPr>
          <p:cNvPr id="15" name="Shape 4">
            <a:extLst>
              <a:ext uri="{FF2B5EF4-FFF2-40B4-BE49-F238E27FC236}">
                <a16:creationId xmlns:a16="http://schemas.microsoft.com/office/drawing/2014/main" id="{26EEF758-633C-D022-3C05-5DE5704F0CDE}"/>
              </a:ext>
            </a:extLst>
          </p:cNvPr>
          <p:cNvSpPr/>
          <p:nvPr/>
        </p:nvSpPr>
        <p:spPr>
          <a:xfrm>
            <a:off x="3344614" y="5528713"/>
            <a:ext cx="1699318" cy="384048"/>
          </a:xfrm>
          <a:prstGeom prst="rect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67D78C0E-F127-B54D-62C9-E1383AC74554}"/>
              </a:ext>
            </a:extLst>
          </p:cNvPr>
          <p:cNvSpPr/>
          <p:nvPr/>
        </p:nvSpPr>
        <p:spPr>
          <a:xfrm>
            <a:off x="3344614" y="5547001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CAGR: 17,9%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FC1F5AFB-2C9C-D725-7BAC-0EA54625183F}"/>
              </a:ext>
            </a:extLst>
          </p:cNvPr>
          <p:cNvSpPr/>
          <p:nvPr/>
        </p:nvSpPr>
        <p:spPr>
          <a:xfrm>
            <a:off x="7733734" y="5528713"/>
            <a:ext cx="1699318" cy="384048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E0445C95-F761-2139-0D64-42CF25054F5F}"/>
              </a:ext>
            </a:extLst>
          </p:cNvPr>
          <p:cNvSpPr/>
          <p:nvPr/>
        </p:nvSpPr>
        <p:spPr>
          <a:xfrm>
            <a:off x="7733734" y="5547001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2028: 8,1%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7649ED2D-03A1-1876-61AA-0955D2669CE8}"/>
              </a:ext>
            </a:extLst>
          </p:cNvPr>
          <p:cNvSpPr/>
          <p:nvPr/>
        </p:nvSpPr>
        <p:spPr>
          <a:xfrm>
            <a:off x="9928294" y="5528713"/>
            <a:ext cx="1699318" cy="384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9C5986BF-10CA-DFC7-B3D5-F39CA15E5E86}"/>
              </a:ext>
            </a:extLst>
          </p:cNvPr>
          <p:cNvSpPr/>
          <p:nvPr/>
        </p:nvSpPr>
        <p:spPr>
          <a:xfrm>
            <a:off x="9928294" y="5547001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Dipendenti 2028: 13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9013D45E-62FA-EF5A-0B30-877FC99D5584}"/>
              </a:ext>
            </a:extLst>
          </p:cNvPr>
          <p:cNvSpPr/>
          <p:nvPr/>
        </p:nvSpPr>
        <p:spPr>
          <a:xfrm>
            <a:off x="5539174" y="5528713"/>
            <a:ext cx="1699318" cy="384048"/>
          </a:xfrm>
          <a:prstGeom prst="rect">
            <a:avLst/>
          </a:prstGeom>
          <a:solidFill>
            <a:srgbClr val="E9713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3756DF6E-1AAF-068C-8321-3177C0AF11E6}"/>
              </a:ext>
            </a:extLst>
          </p:cNvPr>
          <p:cNvSpPr/>
          <p:nvPr/>
        </p:nvSpPr>
        <p:spPr>
          <a:xfrm>
            <a:off x="5539174" y="5547001"/>
            <a:ext cx="1699318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 2028: 16,4%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1287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035B79-0D87-E648-5EE0-41F9EAA52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C0237C50-6461-50AB-1C37-AC2395AAF247}"/>
              </a:ext>
            </a:extLst>
          </p:cNvPr>
          <p:cNvSpPr/>
          <p:nvPr/>
        </p:nvSpPr>
        <p:spPr>
          <a:xfrm>
            <a:off x="4858216" y="953432"/>
            <a:ext cx="2475568" cy="2475568"/>
          </a:xfrm>
          <a:custGeom>
            <a:avLst/>
            <a:gdLst>
              <a:gd name="csX0" fmla="*/ 1237785 w 2475568"/>
              <a:gd name="csY0" fmla="*/ 289930 h 2475568"/>
              <a:gd name="csX1" fmla="*/ 278780 w 2475568"/>
              <a:gd name="csY1" fmla="*/ 1248935 h 2475568"/>
              <a:gd name="csX2" fmla="*/ 1237785 w 2475568"/>
              <a:gd name="csY2" fmla="*/ 2207940 h 2475568"/>
              <a:gd name="csX3" fmla="*/ 2196790 w 2475568"/>
              <a:gd name="csY3" fmla="*/ 1248935 h 2475568"/>
              <a:gd name="csX4" fmla="*/ 1237785 w 2475568"/>
              <a:gd name="csY4" fmla="*/ 289930 h 2475568"/>
              <a:gd name="csX5" fmla="*/ 1237784 w 2475568"/>
              <a:gd name="csY5" fmla="*/ 0 h 2475568"/>
              <a:gd name="csX6" fmla="*/ 1288278 w 2475568"/>
              <a:gd name="csY6" fmla="*/ 2550 h 2475568"/>
              <a:gd name="csX7" fmla="*/ 1316116 w 2475568"/>
              <a:gd name="csY7" fmla="*/ 182252 h 2475568"/>
              <a:gd name="csX8" fmla="*/ 1349520 w 2475568"/>
              <a:gd name="csY8" fmla="*/ 183887 h 2475568"/>
              <a:gd name="csX9" fmla="*/ 1367165 w 2475568"/>
              <a:gd name="csY9" fmla="*/ 186498 h 2475568"/>
              <a:gd name="csX10" fmla="*/ 1429296 w 2475568"/>
              <a:gd name="csY10" fmla="*/ 16304 h 2475568"/>
              <a:gd name="csX11" fmla="*/ 1487241 w 2475568"/>
              <a:gd name="csY11" fmla="*/ 25147 h 2475568"/>
              <a:gd name="csX12" fmla="*/ 1528303 w 2475568"/>
              <a:gd name="csY12" fmla="*/ 35706 h 2475568"/>
              <a:gd name="csX13" fmla="*/ 1520625 w 2475568"/>
              <a:gd name="csY13" fmla="*/ 215544 h 2475568"/>
              <a:gd name="csX14" fmla="*/ 1562757 w 2475568"/>
              <a:gd name="csY14" fmla="*/ 226045 h 2475568"/>
              <a:gd name="csX15" fmla="*/ 1571470 w 2475568"/>
              <a:gd name="csY15" fmla="*/ 229137 h 2475568"/>
              <a:gd name="csX16" fmla="*/ 1664029 w 2475568"/>
              <a:gd name="csY16" fmla="*/ 76937 h 2475568"/>
              <a:gd name="csX17" fmla="*/ 1719586 w 2475568"/>
              <a:gd name="csY17" fmla="*/ 97271 h 2475568"/>
              <a:gd name="csX18" fmla="*/ 1757253 w 2475568"/>
              <a:gd name="csY18" fmla="*/ 115417 h 2475568"/>
              <a:gd name="csX19" fmla="*/ 1715646 w 2475568"/>
              <a:gd name="csY19" fmla="*/ 286178 h 2475568"/>
              <a:gd name="csX20" fmla="*/ 1758688 w 2475568"/>
              <a:gd name="csY20" fmla="*/ 306278 h 2475568"/>
              <a:gd name="csX21" fmla="*/ 1765110 w 2475568"/>
              <a:gd name="csY21" fmla="*/ 310060 h 2475568"/>
              <a:gd name="csX22" fmla="*/ 1882244 w 2475568"/>
              <a:gd name="csY22" fmla="*/ 182478 h 2475568"/>
              <a:gd name="csX23" fmla="*/ 1929841 w 2475568"/>
              <a:gd name="csY23" fmla="*/ 211394 h 2475568"/>
              <a:gd name="csX24" fmla="*/ 1966137 w 2475568"/>
              <a:gd name="csY24" fmla="*/ 238536 h 2475568"/>
              <a:gd name="csX25" fmla="*/ 1894526 w 2475568"/>
              <a:gd name="csY25" fmla="*/ 392494 h 2475568"/>
              <a:gd name="csX26" fmla="*/ 1932920 w 2475568"/>
              <a:gd name="csY26" fmla="*/ 420326 h 2475568"/>
              <a:gd name="csX27" fmla="*/ 1940771 w 2475568"/>
              <a:gd name="csY27" fmla="*/ 427242 h 2475568"/>
              <a:gd name="csX28" fmla="*/ 2075638 w 2475568"/>
              <a:gd name="csY28" fmla="*/ 328555 h 2475568"/>
              <a:gd name="csX29" fmla="*/ 2113030 w 2475568"/>
              <a:gd name="csY29" fmla="*/ 362539 h 2475568"/>
              <a:gd name="csX30" fmla="*/ 2147014 w 2475568"/>
              <a:gd name="csY30" fmla="*/ 399931 h 2475568"/>
              <a:gd name="csX31" fmla="*/ 2050703 w 2475568"/>
              <a:gd name="csY31" fmla="*/ 531552 h 2475568"/>
              <a:gd name="csX32" fmla="*/ 2081058 w 2475568"/>
              <a:gd name="csY32" fmla="*/ 563929 h 2475568"/>
              <a:gd name="csX33" fmla="*/ 2091307 w 2475568"/>
              <a:gd name="csY33" fmla="*/ 577215 h 2475568"/>
              <a:gd name="csX34" fmla="*/ 2237034 w 2475568"/>
              <a:gd name="csY34" fmla="*/ 509433 h 2475568"/>
              <a:gd name="csX35" fmla="*/ 2264174 w 2475568"/>
              <a:gd name="csY35" fmla="*/ 545727 h 2475568"/>
              <a:gd name="csX36" fmla="*/ 2293091 w 2475568"/>
              <a:gd name="csY36" fmla="*/ 593326 h 2475568"/>
              <a:gd name="csX37" fmla="*/ 2177685 w 2475568"/>
              <a:gd name="csY37" fmla="*/ 699281 h 2475568"/>
              <a:gd name="csX38" fmla="*/ 2198708 w 2475568"/>
              <a:gd name="csY38" fmla="*/ 732827 h 2475568"/>
              <a:gd name="csX39" fmla="*/ 2209712 w 2475568"/>
              <a:gd name="csY39" fmla="*/ 754972 h 2475568"/>
              <a:gd name="csX40" fmla="*/ 2360152 w 2475568"/>
              <a:gd name="csY40" fmla="*/ 718317 h 2475568"/>
              <a:gd name="csX41" fmla="*/ 2378297 w 2475568"/>
              <a:gd name="csY41" fmla="*/ 755983 h 2475568"/>
              <a:gd name="csX42" fmla="*/ 2398632 w 2475568"/>
              <a:gd name="csY42" fmla="*/ 811541 h 2475568"/>
              <a:gd name="csX43" fmla="*/ 2269201 w 2475568"/>
              <a:gd name="csY43" fmla="*/ 890253 h 2475568"/>
              <a:gd name="csX44" fmla="*/ 2281474 w 2475568"/>
              <a:gd name="csY44" fmla="*/ 922761 h 2475568"/>
              <a:gd name="csX45" fmla="*/ 2289675 w 2475568"/>
              <a:gd name="csY45" fmla="*/ 953678 h 2475568"/>
              <a:gd name="csX46" fmla="*/ 2439863 w 2475568"/>
              <a:gd name="csY46" fmla="*/ 947266 h 2475568"/>
              <a:gd name="csX47" fmla="*/ 2450421 w 2475568"/>
              <a:gd name="csY47" fmla="*/ 988328 h 2475568"/>
              <a:gd name="csX48" fmla="*/ 2459265 w 2475568"/>
              <a:gd name="csY48" fmla="*/ 1046274 h 2475568"/>
              <a:gd name="csX49" fmla="*/ 2319876 w 2475568"/>
              <a:gd name="csY49" fmla="*/ 1097159 h 2475568"/>
              <a:gd name="csX50" fmla="*/ 2324963 w 2475568"/>
              <a:gd name="csY50" fmla="*/ 1129470 h 2475568"/>
              <a:gd name="csX51" fmla="*/ 2326795 w 2475568"/>
              <a:gd name="csY51" fmla="*/ 1164640 h 2475568"/>
              <a:gd name="csX52" fmla="*/ 2473019 w 2475568"/>
              <a:gd name="csY52" fmla="*/ 1187292 h 2475568"/>
              <a:gd name="csX53" fmla="*/ 2475568 w 2475568"/>
              <a:gd name="csY53" fmla="*/ 1237784 h 2475568"/>
              <a:gd name="csX54" fmla="*/ 2473019 w 2475568"/>
              <a:gd name="csY54" fmla="*/ 1288276 h 2475568"/>
              <a:gd name="csX55" fmla="*/ 2326795 w 2475568"/>
              <a:gd name="csY55" fmla="*/ 1310928 h 2475568"/>
              <a:gd name="csX56" fmla="*/ 2324963 w 2475568"/>
              <a:gd name="csY56" fmla="*/ 1346098 h 2475568"/>
              <a:gd name="csX57" fmla="*/ 2319876 w 2475568"/>
              <a:gd name="csY57" fmla="*/ 1378409 h 2475568"/>
              <a:gd name="csX58" fmla="*/ 2459265 w 2475568"/>
              <a:gd name="csY58" fmla="*/ 1429294 h 2475568"/>
              <a:gd name="csX59" fmla="*/ 2450421 w 2475568"/>
              <a:gd name="csY59" fmla="*/ 1487241 h 2475568"/>
              <a:gd name="csX60" fmla="*/ 2439863 w 2475568"/>
              <a:gd name="csY60" fmla="*/ 1528302 h 2475568"/>
              <a:gd name="csX61" fmla="*/ 2289675 w 2475568"/>
              <a:gd name="csY61" fmla="*/ 1521890 h 2475568"/>
              <a:gd name="csX62" fmla="*/ 2281474 w 2475568"/>
              <a:gd name="csY62" fmla="*/ 1552807 h 2475568"/>
              <a:gd name="csX63" fmla="*/ 2269201 w 2475568"/>
              <a:gd name="csY63" fmla="*/ 1585315 h 2475568"/>
              <a:gd name="csX64" fmla="*/ 2398632 w 2475568"/>
              <a:gd name="csY64" fmla="*/ 1664027 h 2475568"/>
              <a:gd name="csX65" fmla="*/ 2378297 w 2475568"/>
              <a:gd name="csY65" fmla="*/ 1719585 h 2475568"/>
              <a:gd name="csX66" fmla="*/ 2360152 w 2475568"/>
              <a:gd name="csY66" fmla="*/ 1757252 h 2475568"/>
              <a:gd name="csX67" fmla="*/ 2209712 w 2475568"/>
              <a:gd name="csY67" fmla="*/ 1720597 h 2475568"/>
              <a:gd name="csX68" fmla="*/ 2198708 w 2475568"/>
              <a:gd name="csY68" fmla="*/ 1742741 h 2475568"/>
              <a:gd name="csX69" fmla="*/ 2177684 w 2475568"/>
              <a:gd name="csY69" fmla="*/ 1776287 h 2475568"/>
              <a:gd name="csX70" fmla="*/ 2293091 w 2475568"/>
              <a:gd name="csY70" fmla="*/ 1882243 h 2475568"/>
              <a:gd name="csX71" fmla="*/ 2264174 w 2475568"/>
              <a:gd name="csY71" fmla="*/ 1929841 h 2475568"/>
              <a:gd name="csX72" fmla="*/ 2237034 w 2475568"/>
              <a:gd name="csY72" fmla="*/ 1966135 h 2475568"/>
              <a:gd name="csX73" fmla="*/ 2091307 w 2475568"/>
              <a:gd name="csY73" fmla="*/ 1898353 h 2475568"/>
              <a:gd name="csX74" fmla="*/ 2081058 w 2475568"/>
              <a:gd name="csY74" fmla="*/ 1911639 h 2475568"/>
              <a:gd name="csX75" fmla="*/ 2050703 w 2475568"/>
              <a:gd name="csY75" fmla="*/ 1944017 h 2475568"/>
              <a:gd name="csX76" fmla="*/ 2147014 w 2475568"/>
              <a:gd name="csY76" fmla="*/ 2075637 h 2475568"/>
              <a:gd name="csX77" fmla="*/ 2113030 w 2475568"/>
              <a:gd name="csY77" fmla="*/ 2113030 h 2475568"/>
              <a:gd name="csX78" fmla="*/ 2075638 w 2475568"/>
              <a:gd name="csY78" fmla="*/ 2147013 h 2475568"/>
              <a:gd name="csX79" fmla="*/ 1940771 w 2475568"/>
              <a:gd name="csY79" fmla="*/ 2048326 h 2475568"/>
              <a:gd name="csX80" fmla="*/ 1932920 w 2475568"/>
              <a:gd name="csY80" fmla="*/ 2055243 h 2475568"/>
              <a:gd name="csX81" fmla="*/ 1894526 w 2475568"/>
              <a:gd name="csY81" fmla="*/ 2083075 h 2475568"/>
              <a:gd name="csX82" fmla="*/ 1966136 w 2475568"/>
              <a:gd name="csY82" fmla="*/ 2237033 h 2475568"/>
              <a:gd name="csX83" fmla="*/ 1929841 w 2475568"/>
              <a:gd name="csY83" fmla="*/ 2264174 h 2475568"/>
              <a:gd name="csX84" fmla="*/ 1882244 w 2475568"/>
              <a:gd name="csY84" fmla="*/ 2293090 h 2475568"/>
              <a:gd name="csX85" fmla="*/ 1765110 w 2475568"/>
              <a:gd name="csY85" fmla="*/ 2165508 h 2475568"/>
              <a:gd name="csX86" fmla="*/ 1758688 w 2475568"/>
              <a:gd name="csY86" fmla="*/ 2169290 h 2475568"/>
              <a:gd name="csX87" fmla="*/ 1715646 w 2475568"/>
              <a:gd name="csY87" fmla="*/ 2189390 h 2475568"/>
              <a:gd name="csX88" fmla="*/ 1757253 w 2475568"/>
              <a:gd name="csY88" fmla="*/ 2360152 h 2475568"/>
              <a:gd name="csX89" fmla="*/ 1719586 w 2475568"/>
              <a:gd name="csY89" fmla="*/ 2378297 h 2475568"/>
              <a:gd name="csX90" fmla="*/ 1664029 w 2475568"/>
              <a:gd name="csY90" fmla="*/ 2398631 h 2475568"/>
              <a:gd name="csX91" fmla="*/ 1571470 w 2475568"/>
              <a:gd name="csY91" fmla="*/ 2246432 h 2475568"/>
              <a:gd name="csX92" fmla="*/ 1562757 w 2475568"/>
              <a:gd name="csY92" fmla="*/ 2249523 h 2475568"/>
              <a:gd name="csX93" fmla="*/ 1520625 w 2475568"/>
              <a:gd name="csY93" fmla="*/ 2260025 h 2475568"/>
              <a:gd name="csX94" fmla="*/ 1528303 w 2475568"/>
              <a:gd name="csY94" fmla="*/ 2439862 h 2475568"/>
              <a:gd name="csX95" fmla="*/ 1487241 w 2475568"/>
              <a:gd name="csY95" fmla="*/ 2450421 h 2475568"/>
              <a:gd name="csX96" fmla="*/ 1429296 w 2475568"/>
              <a:gd name="csY96" fmla="*/ 2459264 h 2475568"/>
              <a:gd name="csX97" fmla="*/ 1367165 w 2475568"/>
              <a:gd name="csY97" fmla="*/ 2289070 h 2475568"/>
              <a:gd name="csX98" fmla="*/ 1349520 w 2475568"/>
              <a:gd name="csY98" fmla="*/ 2291681 h 2475568"/>
              <a:gd name="csX99" fmla="*/ 1316116 w 2475568"/>
              <a:gd name="csY99" fmla="*/ 2293316 h 2475568"/>
              <a:gd name="csX100" fmla="*/ 1288278 w 2475568"/>
              <a:gd name="csY100" fmla="*/ 2473018 h 2475568"/>
              <a:gd name="csX101" fmla="*/ 1237784 w 2475568"/>
              <a:gd name="csY101" fmla="*/ 2475568 h 2475568"/>
              <a:gd name="csX102" fmla="*/ 1187294 w 2475568"/>
              <a:gd name="csY102" fmla="*/ 2473019 h 2475568"/>
              <a:gd name="csX103" fmla="*/ 1159455 w 2475568"/>
              <a:gd name="csY103" fmla="*/ 2293316 h 2475568"/>
              <a:gd name="csX104" fmla="*/ 1126051 w 2475568"/>
              <a:gd name="csY104" fmla="*/ 2291681 h 2475568"/>
              <a:gd name="csX105" fmla="*/ 1108406 w 2475568"/>
              <a:gd name="csY105" fmla="*/ 2289070 h 2475568"/>
              <a:gd name="csX106" fmla="*/ 1046275 w 2475568"/>
              <a:gd name="csY106" fmla="*/ 2459265 h 2475568"/>
              <a:gd name="csX107" fmla="*/ 988328 w 2475568"/>
              <a:gd name="csY107" fmla="*/ 2450421 h 2475568"/>
              <a:gd name="csX108" fmla="*/ 947267 w 2475568"/>
              <a:gd name="csY108" fmla="*/ 2439863 h 2475568"/>
              <a:gd name="csX109" fmla="*/ 954945 w 2475568"/>
              <a:gd name="csY109" fmla="*/ 2260025 h 2475568"/>
              <a:gd name="csX110" fmla="*/ 912814 w 2475568"/>
              <a:gd name="csY110" fmla="*/ 2249523 h 2475568"/>
              <a:gd name="csX111" fmla="*/ 904100 w 2475568"/>
              <a:gd name="csY111" fmla="*/ 2246432 h 2475568"/>
              <a:gd name="csX112" fmla="*/ 811541 w 2475568"/>
              <a:gd name="csY112" fmla="*/ 2398631 h 2475568"/>
              <a:gd name="csX113" fmla="*/ 755983 w 2475568"/>
              <a:gd name="csY113" fmla="*/ 2378297 h 2475568"/>
              <a:gd name="csX114" fmla="*/ 718317 w 2475568"/>
              <a:gd name="csY114" fmla="*/ 2360152 h 2475568"/>
              <a:gd name="csX115" fmla="*/ 759924 w 2475568"/>
              <a:gd name="csY115" fmla="*/ 2189390 h 2475568"/>
              <a:gd name="csX116" fmla="*/ 716882 w 2475568"/>
              <a:gd name="csY116" fmla="*/ 2169290 h 2475568"/>
              <a:gd name="csX117" fmla="*/ 710460 w 2475568"/>
              <a:gd name="csY117" fmla="*/ 2165508 h 2475568"/>
              <a:gd name="csX118" fmla="*/ 593326 w 2475568"/>
              <a:gd name="csY118" fmla="*/ 2293091 h 2475568"/>
              <a:gd name="csX119" fmla="*/ 545727 w 2475568"/>
              <a:gd name="csY119" fmla="*/ 2264174 h 2475568"/>
              <a:gd name="csX120" fmla="*/ 509434 w 2475568"/>
              <a:gd name="csY120" fmla="*/ 2237034 h 2475568"/>
              <a:gd name="csX121" fmla="*/ 581045 w 2475568"/>
              <a:gd name="csY121" fmla="*/ 2083075 h 2475568"/>
              <a:gd name="csX122" fmla="*/ 542650 w 2475568"/>
              <a:gd name="csY122" fmla="*/ 2055243 h 2475568"/>
              <a:gd name="csX123" fmla="*/ 534799 w 2475568"/>
              <a:gd name="csY123" fmla="*/ 2048326 h 2475568"/>
              <a:gd name="csX124" fmla="*/ 399931 w 2475568"/>
              <a:gd name="csY124" fmla="*/ 2147014 h 2475568"/>
              <a:gd name="csX125" fmla="*/ 362539 w 2475568"/>
              <a:gd name="csY125" fmla="*/ 2113030 h 2475568"/>
              <a:gd name="csX126" fmla="*/ 328556 w 2475568"/>
              <a:gd name="csY126" fmla="*/ 2075639 h 2475568"/>
              <a:gd name="csX127" fmla="*/ 424868 w 2475568"/>
              <a:gd name="csY127" fmla="*/ 1944017 h 2475568"/>
              <a:gd name="csX128" fmla="*/ 394512 w 2475568"/>
              <a:gd name="csY128" fmla="*/ 1911639 h 2475568"/>
              <a:gd name="csX129" fmla="*/ 384263 w 2475568"/>
              <a:gd name="csY129" fmla="*/ 1898353 h 2475568"/>
              <a:gd name="csX130" fmla="*/ 238535 w 2475568"/>
              <a:gd name="csY130" fmla="*/ 1966136 h 2475568"/>
              <a:gd name="csX131" fmla="*/ 211394 w 2475568"/>
              <a:gd name="csY131" fmla="*/ 1929841 h 2475568"/>
              <a:gd name="csX132" fmla="*/ 182478 w 2475568"/>
              <a:gd name="csY132" fmla="*/ 1882244 h 2475568"/>
              <a:gd name="csX133" fmla="*/ 297886 w 2475568"/>
              <a:gd name="csY133" fmla="*/ 1776287 h 2475568"/>
              <a:gd name="csX134" fmla="*/ 276863 w 2475568"/>
              <a:gd name="csY134" fmla="*/ 1742741 h 2475568"/>
              <a:gd name="csX135" fmla="*/ 265858 w 2475568"/>
              <a:gd name="csY135" fmla="*/ 1720597 h 2475568"/>
              <a:gd name="csX136" fmla="*/ 115417 w 2475568"/>
              <a:gd name="csY136" fmla="*/ 1757253 h 2475568"/>
              <a:gd name="csX137" fmla="*/ 97271 w 2475568"/>
              <a:gd name="csY137" fmla="*/ 1719585 h 2475568"/>
              <a:gd name="csX138" fmla="*/ 76937 w 2475568"/>
              <a:gd name="csY138" fmla="*/ 1664029 h 2475568"/>
              <a:gd name="csX139" fmla="*/ 206370 w 2475568"/>
              <a:gd name="csY139" fmla="*/ 1585315 h 2475568"/>
              <a:gd name="csX140" fmla="*/ 194096 w 2475568"/>
              <a:gd name="csY140" fmla="*/ 1552807 h 2475568"/>
              <a:gd name="csX141" fmla="*/ 185896 w 2475568"/>
              <a:gd name="csY141" fmla="*/ 1521890 h 2475568"/>
              <a:gd name="csX142" fmla="*/ 35706 w 2475568"/>
              <a:gd name="csY142" fmla="*/ 1528302 h 2475568"/>
              <a:gd name="csX143" fmla="*/ 25148 w 2475568"/>
              <a:gd name="csY143" fmla="*/ 1487241 h 2475568"/>
              <a:gd name="csX144" fmla="*/ 16304 w 2475568"/>
              <a:gd name="csY144" fmla="*/ 1429295 h 2475568"/>
              <a:gd name="csX145" fmla="*/ 155694 w 2475568"/>
              <a:gd name="csY145" fmla="*/ 1378409 h 2475568"/>
              <a:gd name="csX146" fmla="*/ 150607 w 2475568"/>
              <a:gd name="csY146" fmla="*/ 1346098 h 2475568"/>
              <a:gd name="csX147" fmla="*/ 148775 w 2475568"/>
              <a:gd name="csY147" fmla="*/ 1310928 h 2475568"/>
              <a:gd name="csX148" fmla="*/ 2550 w 2475568"/>
              <a:gd name="csY148" fmla="*/ 1288276 h 2475568"/>
              <a:gd name="csX149" fmla="*/ 0 w 2475568"/>
              <a:gd name="csY149" fmla="*/ 1237784 h 2475568"/>
              <a:gd name="csX150" fmla="*/ 2550 w 2475568"/>
              <a:gd name="csY150" fmla="*/ 1187292 h 2475568"/>
              <a:gd name="csX151" fmla="*/ 148775 w 2475568"/>
              <a:gd name="csY151" fmla="*/ 1164640 h 2475568"/>
              <a:gd name="csX152" fmla="*/ 150607 w 2475568"/>
              <a:gd name="csY152" fmla="*/ 1129470 h 2475568"/>
              <a:gd name="csX153" fmla="*/ 155694 w 2475568"/>
              <a:gd name="csY153" fmla="*/ 1097159 h 2475568"/>
              <a:gd name="csX154" fmla="*/ 16304 w 2475568"/>
              <a:gd name="csY154" fmla="*/ 1046274 h 2475568"/>
              <a:gd name="csX155" fmla="*/ 25148 w 2475568"/>
              <a:gd name="csY155" fmla="*/ 988328 h 2475568"/>
              <a:gd name="csX156" fmla="*/ 35706 w 2475568"/>
              <a:gd name="csY156" fmla="*/ 947266 h 2475568"/>
              <a:gd name="csX157" fmla="*/ 185896 w 2475568"/>
              <a:gd name="csY157" fmla="*/ 953678 h 2475568"/>
              <a:gd name="csX158" fmla="*/ 194096 w 2475568"/>
              <a:gd name="csY158" fmla="*/ 922761 h 2475568"/>
              <a:gd name="csX159" fmla="*/ 206370 w 2475568"/>
              <a:gd name="csY159" fmla="*/ 890253 h 2475568"/>
              <a:gd name="csX160" fmla="*/ 76937 w 2475568"/>
              <a:gd name="csY160" fmla="*/ 811539 h 2475568"/>
              <a:gd name="csX161" fmla="*/ 97271 w 2475568"/>
              <a:gd name="csY161" fmla="*/ 755983 h 2475568"/>
              <a:gd name="csX162" fmla="*/ 115416 w 2475568"/>
              <a:gd name="csY162" fmla="*/ 718316 h 2475568"/>
              <a:gd name="csX163" fmla="*/ 265858 w 2475568"/>
              <a:gd name="csY163" fmla="*/ 754972 h 2475568"/>
              <a:gd name="csX164" fmla="*/ 276863 w 2475568"/>
              <a:gd name="csY164" fmla="*/ 732827 h 2475568"/>
              <a:gd name="csX165" fmla="*/ 297886 w 2475568"/>
              <a:gd name="csY165" fmla="*/ 699281 h 2475568"/>
              <a:gd name="csX166" fmla="*/ 182478 w 2475568"/>
              <a:gd name="csY166" fmla="*/ 593324 h 2475568"/>
              <a:gd name="csX167" fmla="*/ 211394 w 2475568"/>
              <a:gd name="csY167" fmla="*/ 545727 h 2475568"/>
              <a:gd name="csX168" fmla="*/ 238535 w 2475568"/>
              <a:gd name="csY168" fmla="*/ 509433 h 2475568"/>
              <a:gd name="csX169" fmla="*/ 384263 w 2475568"/>
              <a:gd name="csY169" fmla="*/ 577215 h 2475568"/>
              <a:gd name="csX170" fmla="*/ 394512 w 2475568"/>
              <a:gd name="csY170" fmla="*/ 563929 h 2475568"/>
              <a:gd name="csX171" fmla="*/ 424868 w 2475568"/>
              <a:gd name="csY171" fmla="*/ 531552 h 2475568"/>
              <a:gd name="csX172" fmla="*/ 328556 w 2475568"/>
              <a:gd name="csY172" fmla="*/ 399930 h 2475568"/>
              <a:gd name="csX173" fmla="*/ 362539 w 2475568"/>
              <a:gd name="csY173" fmla="*/ 362539 h 2475568"/>
              <a:gd name="csX174" fmla="*/ 399931 w 2475568"/>
              <a:gd name="csY174" fmla="*/ 328554 h 2475568"/>
              <a:gd name="csX175" fmla="*/ 534799 w 2475568"/>
              <a:gd name="csY175" fmla="*/ 427242 h 2475568"/>
              <a:gd name="csX176" fmla="*/ 542650 w 2475568"/>
              <a:gd name="csY176" fmla="*/ 420326 h 2475568"/>
              <a:gd name="csX177" fmla="*/ 581045 w 2475568"/>
              <a:gd name="csY177" fmla="*/ 392494 h 2475568"/>
              <a:gd name="csX178" fmla="*/ 509434 w 2475568"/>
              <a:gd name="csY178" fmla="*/ 238534 h 2475568"/>
              <a:gd name="csX179" fmla="*/ 545727 w 2475568"/>
              <a:gd name="csY179" fmla="*/ 211394 h 2475568"/>
              <a:gd name="csX180" fmla="*/ 593326 w 2475568"/>
              <a:gd name="csY180" fmla="*/ 182478 h 2475568"/>
              <a:gd name="csX181" fmla="*/ 710460 w 2475568"/>
              <a:gd name="csY181" fmla="*/ 310060 h 2475568"/>
              <a:gd name="csX182" fmla="*/ 716882 w 2475568"/>
              <a:gd name="csY182" fmla="*/ 306278 h 2475568"/>
              <a:gd name="csX183" fmla="*/ 759924 w 2475568"/>
              <a:gd name="csY183" fmla="*/ 286178 h 2475568"/>
              <a:gd name="csX184" fmla="*/ 718317 w 2475568"/>
              <a:gd name="csY184" fmla="*/ 115416 h 2475568"/>
              <a:gd name="csX185" fmla="*/ 755983 w 2475568"/>
              <a:gd name="csY185" fmla="*/ 97271 h 2475568"/>
              <a:gd name="csX186" fmla="*/ 811541 w 2475568"/>
              <a:gd name="csY186" fmla="*/ 76937 h 2475568"/>
              <a:gd name="csX187" fmla="*/ 904100 w 2475568"/>
              <a:gd name="csY187" fmla="*/ 229137 h 2475568"/>
              <a:gd name="csX188" fmla="*/ 912814 w 2475568"/>
              <a:gd name="csY188" fmla="*/ 226045 h 2475568"/>
              <a:gd name="csX189" fmla="*/ 954945 w 2475568"/>
              <a:gd name="csY189" fmla="*/ 215544 h 2475568"/>
              <a:gd name="csX190" fmla="*/ 947267 w 2475568"/>
              <a:gd name="csY190" fmla="*/ 35705 h 2475568"/>
              <a:gd name="csX191" fmla="*/ 988328 w 2475568"/>
              <a:gd name="csY191" fmla="*/ 25147 h 2475568"/>
              <a:gd name="csX192" fmla="*/ 1046275 w 2475568"/>
              <a:gd name="csY192" fmla="*/ 16304 h 2475568"/>
              <a:gd name="csX193" fmla="*/ 1108406 w 2475568"/>
              <a:gd name="csY193" fmla="*/ 186498 h 2475568"/>
              <a:gd name="csX194" fmla="*/ 1126051 w 2475568"/>
              <a:gd name="csY194" fmla="*/ 183887 h 2475568"/>
              <a:gd name="csX195" fmla="*/ 1159455 w 2475568"/>
              <a:gd name="csY195" fmla="*/ 182252 h 2475568"/>
              <a:gd name="csX196" fmla="*/ 1187294 w 2475568"/>
              <a:gd name="csY196" fmla="*/ 2550 h 24755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</a:cxnLst>
            <a:rect l="l" t="t" r="r" b="b"/>
            <a:pathLst>
              <a:path w="2475568" h="2475568">
                <a:moveTo>
                  <a:pt x="1237785" y="289930"/>
                </a:moveTo>
                <a:cubicBezTo>
                  <a:pt x="708141" y="289930"/>
                  <a:pt x="278780" y="719291"/>
                  <a:pt x="278780" y="1248935"/>
                </a:cubicBezTo>
                <a:cubicBezTo>
                  <a:pt x="278780" y="1778579"/>
                  <a:pt x="708141" y="2207940"/>
                  <a:pt x="1237785" y="2207940"/>
                </a:cubicBezTo>
                <a:cubicBezTo>
                  <a:pt x="1767429" y="2207940"/>
                  <a:pt x="2196790" y="1778579"/>
                  <a:pt x="2196790" y="1248935"/>
                </a:cubicBezTo>
                <a:cubicBezTo>
                  <a:pt x="2196790" y="719291"/>
                  <a:pt x="1767429" y="289930"/>
                  <a:pt x="1237785" y="289930"/>
                </a:cubicBezTo>
                <a:close/>
                <a:moveTo>
                  <a:pt x="1237784" y="0"/>
                </a:moveTo>
                <a:lnTo>
                  <a:pt x="1288278" y="2550"/>
                </a:lnTo>
                <a:lnTo>
                  <a:pt x="1316116" y="182252"/>
                </a:lnTo>
                <a:lnTo>
                  <a:pt x="1349520" y="183887"/>
                </a:lnTo>
                <a:lnTo>
                  <a:pt x="1367165" y="186498"/>
                </a:lnTo>
                <a:lnTo>
                  <a:pt x="1429296" y="16304"/>
                </a:lnTo>
                <a:lnTo>
                  <a:pt x="1487241" y="25147"/>
                </a:lnTo>
                <a:lnTo>
                  <a:pt x="1528303" y="35706"/>
                </a:lnTo>
                <a:lnTo>
                  <a:pt x="1520625" y="215544"/>
                </a:lnTo>
                <a:lnTo>
                  <a:pt x="1562757" y="226045"/>
                </a:lnTo>
                <a:lnTo>
                  <a:pt x="1571470" y="229137"/>
                </a:lnTo>
                <a:lnTo>
                  <a:pt x="1664029" y="76937"/>
                </a:lnTo>
                <a:lnTo>
                  <a:pt x="1719586" y="97271"/>
                </a:lnTo>
                <a:lnTo>
                  <a:pt x="1757253" y="115417"/>
                </a:lnTo>
                <a:lnTo>
                  <a:pt x="1715646" y="286178"/>
                </a:lnTo>
                <a:lnTo>
                  <a:pt x="1758688" y="306278"/>
                </a:lnTo>
                <a:lnTo>
                  <a:pt x="1765110" y="310060"/>
                </a:lnTo>
                <a:lnTo>
                  <a:pt x="1882244" y="182478"/>
                </a:lnTo>
                <a:lnTo>
                  <a:pt x="1929841" y="211394"/>
                </a:lnTo>
                <a:lnTo>
                  <a:pt x="1966137" y="238536"/>
                </a:lnTo>
                <a:lnTo>
                  <a:pt x="1894526" y="392494"/>
                </a:lnTo>
                <a:lnTo>
                  <a:pt x="1932920" y="420326"/>
                </a:lnTo>
                <a:lnTo>
                  <a:pt x="1940771" y="427242"/>
                </a:lnTo>
                <a:lnTo>
                  <a:pt x="2075638" y="328555"/>
                </a:lnTo>
                <a:lnTo>
                  <a:pt x="2113030" y="362539"/>
                </a:lnTo>
                <a:lnTo>
                  <a:pt x="2147014" y="399931"/>
                </a:lnTo>
                <a:lnTo>
                  <a:pt x="2050703" y="531552"/>
                </a:lnTo>
                <a:lnTo>
                  <a:pt x="2081058" y="563929"/>
                </a:lnTo>
                <a:lnTo>
                  <a:pt x="2091307" y="577215"/>
                </a:lnTo>
                <a:lnTo>
                  <a:pt x="2237034" y="509433"/>
                </a:lnTo>
                <a:lnTo>
                  <a:pt x="2264174" y="545727"/>
                </a:lnTo>
                <a:lnTo>
                  <a:pt x="2293091" y="593326"/>
                </a:lnTo>
                <a:lnTo>
                  <a:pt x="2177685" y="699281"/>
                </a:lnTo>
                <a:lnTo>
                  <a:pt x="2198708" y="732827"/>
                </a:lnTo>
                <a:lnTo>
                  <a:pt x="2209712" y="754972"/>
                </a:lnTo>
                <a:lnTo>
                  <a:pt x="2360152" y="718317"/>
                </a:lnTo>
                <a:lnTo>
                  <a:pt x="2378297" y="755983"/>
                </a:lnTo>
                <a:lnTo>
                  <a:pt x="2398632" y="811541"/>
                </a:lnTo>
                <a:lnTo>
                  <a:pt x="2269201" y="890253"/>
                </a:lnTo>
                <a:lnTo>
                  <a:pt x="2281474" y="922761"/>
                </a:lnTo>
                <a:lnTo>
                  <a:pt x="2289675" y="953678"/>
                </a:lnTo>
                <a:lnTo>
                  <a:pt x="2439863" y="947266"/>
                </a:lnTo>
                <a:lnTo>
                  <a:pt x="2450421" y="988328"/>
                </a:lnTo>
                <a:lnTo>
                  <a:pt x="2459265" y="1046274"/>
                </a:lnTo>
                <a:lnTo>
                  <a:pt x="2319876" y="1097159"/>
                </a:lnTo>
                <a:lnTo>
                  <a:pt x="2324963" y="1129470"/>
                </a:lnTo>
                <a:lnTo>
                  <a:pt x="2326795" y="1164640"/>
                </a:lnTo>
                <a:lnTo>
                  <a:pt x="2473019" y="1187292"/>
                </a:lnTo>
                <a:lnTo>
                  <a:pt x="2475568" y="1237784"/>
                </a:lnTo>
                <a:lnTo>
                  <a:pt x="2473019" y="1288276"/>
                </a:lnTo>
                <a:lnTo>
                  <a:pt x="2326795" y="1310928"/>
                </a:lnTo>
                <a:lnTo>
                  <a:pt x="2324963" y="1346098"/>
                </a:lnTo>
                <a:lnTo>
                  <a:pt x="2319876" y="1378409"/>
                </a:lnTo>
                <a:lnTo>
                  <a:pt x="2459265" y="1429294"/>
                </a:lnTo>
                <a:lnTo>
                  <a:pt x="2450421" y="1487241"/>
                </a:lnTo>
                <a:lnTo>
                  <a:pt x="2439863" y="1528302"/>
                </a:lnTo>
                <a:lnTo>
                  <a:pt x="2289675" y="1521890"/>
                </a:lnTo>
                <a:lnTo>
                  <a:pt x="2281474" y="1552807"/>
                </a:lnTo>
                <a:lnTo>
                  <a:pt x="2269201" y="1585315"/>
                </a:lnTo>
                <a:lnTo>
                  <a:pt x="2398632" y="1664027"/>
                </a:lnTo>
                <a:lnTo>
                  <a:pt x="2378297" y="1719585"/>
                </a:lnTo>
                <a:lnTo>
                  <a:pt x="2360152" y="1757252"/>
                </a:lnTo>
                <a:lnTo>
                  <a:pt x="2209712" y="1720597"/>
                </a:lnTo>
                <a:lnTo>
                  <a:pt x="2198708" y="1742741"/>
                </a:lnTo>
                <a:lnTo>
                  <a:pt x="2177684" y="1776287"/>
                </a:lnTo>
                <a:lnTo>
                  <a:pt x="2293091" y="1882243"/>
                </a:lnTo>
                <a:lnTo>
                  <a:pt x="2264174" y="1929841"/>
                </a:lnTo>
                <a:lnTo>
                  <a:pt x="2237034" y="1966135"/>
                </a:lnTo>
                <a:lnTo>
                  <a:pt x="2091307" y="1898353"/>
                </a:lnTo>
                <a:lnTo>
                  <a:pt x="2081058" y="1911639"/>
                </a:lnTo>
                <a:lnTo>
                  <a:pt x="2050703" y="1944017"/>
                </a:lnTo>
                <a:lnTo>
                  <a:pt x="2147014" y="2075637"/>
                </a:lnTo>
                <a:lnTo>
                  <a:pt x="2113030" y="2113030"/>
                </a:lnTo>
                <a:lnTo>
                  <a:pt x="2075638" y="2147013"/>
                </a:lnTo>
                <a:lnTo>
                  <a:pt x="1940771" y="2048326"/>
                </a:lnTo>
                <a:lnTo>
                  <a:pt x="1932920" y="2055243"/>
                </a:lnTo>
                <a:lnTo>
                  <a:pt x="1894526" y="2083075"/>
                </a:lnTo>
                <a:lnTo>
                  <a:pt x="1966136" y="2237033"/>
                </a:lnTo>
                <a:lnTo>
                  <a:pt x="1929841" y="2264174"/>
                </a:lnTo>
                <a:lnTo>
                  <a:pt x="1882244" y="2293090"/>
                </a:lnTo>
                <a:lnTo>
                  <a:pt x="1765110" y="2165508"/>
                </a:lnTo>
                <a:lnTo>
                  <a:pt x="1758688" y="2169290"/>
                </a:lnTo>
                <a:lnTo>
                  <a:pt x="1715646" y="2189390"/>
                </a:lnTo>
                <a:lnTo>
                  <a:pt x="1757253" y="2360152"/>
                </a:lnTo>
                <a:lnTo>
                  <a:pt x="1719586" y="2378297"/>
                </a:lnTo>
                <a:lnTo>
                  <a:pt x="1664029" y="2398631"/>
                </a:lnTo>
                <a:lnTo>
                  <a:pt x="1571470" y="2246432"/>
                </a:lnTo>
                <a:lnTo>
                  <a:pt x="1562757" y="2249523"/>
                </a:lnTo>
                <a:lnTo>
                  <a:pt x="1520625" y="2260025"/>
                </a:lnTo>
                <a:lnTo>
                  <a:pt x="1528303" y="2439862"/>
                </a:lnTo>
                <a:lnTo>
                  <a:pt x="1487241" y="2450421"/>
                </a:lnTo>
                <a:lnTo>
                  <a:pt x="1429296" y="2459264"/>
                </a:lnTo>
                <a:lnTo>
                  <a:pt x="1367165" y="2289070"/>
                </a:lnTo>
                <a:lnTo>
                  <a:pt x="1349520" y="2291681"/>
                </a:lnTo>
                <a:lnTo>
                  <a:pt x="1316116" y="2293316"/>
                </a:lnTo>
                <a:lnTo>
                  <a:pt x="1288278" y="2473018"/>
                </a:lnTo>
                <a:lnTo>
                  <a:pt x="1237784" y="2475568"/>
                </a:lnTo>
                <a:lnTo>
                  <a:pt x="1187294" y="2473019"/>
                </a:lnTo>
                <a:lnTo>
                  <a:pt x="1159455" y="2293316"/>
                </a:lnTo>
                <a:lnTo>
                  <a:pt x="1126051" y="2291681"/>
                </a:lnTo>
                <a:lnTo>
                  <a:pt x="1108406" y="2289070"/>
                </a:lnTo>
                <a:lnTo>
                  <a:pt x="1046275" y="2459265"/>
                </a:lnTo>
                <a:lnTo>
                  <a:pt x="988328" y="2450421"/>
                </a:lnTo>
                <a:lnTo>
                  <a:pt x="947267" y="2439863"/>
                </a:lnTo>
                <a:lnTo>
                  <a:pt x="954945" y="2260025"/>
                </a:lnTo>
                <a:lnTo>
                  <a:pt x="912814" y="2249523"/>
                </a:lnTo>
                <a:lnTo>
                  <a:pt x="904100" y="2246432"/>
                </a:lnTo>
                <a:lnTo>
                  <a:pt x="811541" y="2398631"/>
                </a:lnTo>
                <a:lnTo>
                  <a:pt x="755983" y="2378297"/>
                </a:lnTo>
                <a:lnTo>
                  <a:pt x="718317" y="2360152"/>
                </a:lnTo>
                <a:lnTo>
                  <a:pt x="759924" y="2189390"/>
                </a:lnTo>
                <a:lnTo>
                  <a:pt x="716882" y="2169290"/>
                </a:lnTo>
                <a:lnTo>
                  <a:pt x="710460" y="2165508"/>
                </a:lnTo>
                <a:lnTo>
                  <a:pt x="593326" y="2293091"/>
                </a:lnTo>
                <a:lnTo>
                  <a:pt x="545727" y="2264174"/>
                </a:lnTo>
                <a:lnTo>
                  <a:pt x="509434" y="2237034"/>
                </a:lnTo>
                <a:lnTo>
                  <a:pt x="581045" y="2083075"/>
                </a:lnTo>
                <a:lnTo>
                  <a:pt x="542650" y="2055243"/>
                </a:lnTo>
                <a:lnTo>
                  <a:pt x="534799" y="2048326"/>
                </a:lnTo>
                <a:lnTo>
                  <a:pt x="399931" y="2147014"/>
                </a:lnTo>
                <a:lnTo>
                  <a:pt x="362539" y="2113030"/>
                </a:lnTo>
                <a:lnTo>
                  <a:pt x="328556" y="2075639"/>
                </a:lnTo>
                <a:lnTo>
                  <a:pt x="424868" y="1944017"/>
                </a:lnTo>
                <a:lnTo>
                  <a:pt x="394512" y="1911639"/>
                </a:lnTo>
                <a:lnTo>
                  <a:pt x="384263" y="1898353"/>
                </a:lnTo>
                <a:lnTo>
                  <a:pt x="238535" y="1966136"/>
                </a:lnTo>
                <a:lnTo>
                  <a:pt x="211394" y="1929841"/>
                </a:lnTo>
                <a:lnTo>
                  <a:pt x="182478" y="1882244"/>
                </a:lnTo>
                <a:lnTo>
                  <a:pt x="297886" y="1776287"/>
                </a:lnTo>
                <a:lnTo>
                  <a:pt x="276863" y="1742741"/>
                </a:lnTo>
                <a:lnTo>
                  <a:pt x="265858" y="1720597"/>
                </a:lnTo>
                <a:lnTo>
                  <a:pt x="115417" y="1757253"/>
                </a:lnTo>
                <a:lnTo>
                  <a:pt x="97271" y="1719585"/>
                </a:lnTo>
                <a:lnTo>
                  <a:pt x="76937" y="1664029"/>
                </a:lnTo>
                <a:lnTo>
                  <a:pt x="206370" y="1585315"/>
                </a:lnTo>
                <a:lnTo>
                  <a:pt x="194096" y="1552807"/>
                </a:lnTo>
                <a:lnTo>
                  <a:pt x="185896" y="1521890"/>
                </a:lnTo>
                <a:lnTo>
                  <a:pt x="35706" y="1528302"/>
                </a:lnTo>
                <a:lnTo>
                  <a:pt x="25148" y="1487241"/>
                </a:lnTo>
                <a:lnTo>
                  <a:pt x="16304" y="1429295"/>
                </a:lnTo>
                <a:lnTo>
                  <a:pt x="155694" y="1378409"/>
                </a:lnTo>
                <a:lnTo>
                  <a:pt x="150607" y="1346098"/>
                </a:lnTo>
                <a:lnTo>
                  <a:pt x="148775" y="1310928"/>
                </a:lnTo>
                <a:lnTo>
                  <a:pt x="2550" y="1288276"/>
                </a:lnTo>
                <a:lnTo>
                  <a:pt x="0" y="1237784"/>
                </a:lnTo>
                <a:lnTo>
                  <a:pt x="2550" y="1187292"/>
                </a:lnTo>
                <a:lnTo>
                  <a:pt x="148775" y="1164640"/>
                </a:lnTo>
                <a:lnTo>
                  <a:pt x="150607" y="1129470"/>
                </a:lnTo>
                <a:lnTo>
                  <a:pt x="155694" y="1097159"/>
                </a:lnTo>
                <a:lnTo>
                  <a:pt x="16304" y="1046274"/>
                </a:lnTo>
                <a:lnTo>
                  <a:pt x="25148" y="988328"/>
                </a:lnTo>
                <a:lnTo>
                  <a:pt x="35706" y="947266"/>
                </a:lnTo>
                <a:lnTo>
                  <a:pt x="185896" y="953678"/>
                </a:lnTo>
                <a:lnTo>
                  <a:pt x="194096" y="922761"/>
                </a:lnTo>
                <a:lnTo>
                  <a:pt x="206370" y="890253"/>
                </a:lnTo>
                <a:lnTo>
                  <a:pt x="76937" y="811539"/>
                </a:lnTo>
                <a:lnTo>
                  <a:pt x="97271" y="755983"/>
                </a:lnTo>
                <a:lnTo>
                  <a:pt x="115416" y="718316"/>
                </a:lnTo>
                <a:lnTo>
                  <a:pt x="265858" y="754972"/>
                </a:lnTo>
                <a:lnTo>
                  <a:pt x="276863" y="732827"/>
                </a:lnTo>
                <a:lnTo>
                  <a:pt x="297886" y="699281"/>
                </a:lnTo>
                <a:lnTo>
                  <a:pt x="182478" y="593324"/>
                </a:lnTo>
                <a:lnTo>
                  <a:pt x="211394" y="545727"/>
                </a:lnTo>
                <a:lnTo>
                  <a:pt x="238535" y="509433"/>
                </a:lnTo>
                <a:lnTo>
                  <a:pt x="384263" y="577215"/>
                </a:lnTo>
                <a:lnTo>
                  <a:pt x="394512" y="563929"/>
                </a:lnTo>
                <a:lnTo>
                  <a:pt x="424868" y="531552"/>
                </a:lnTo>
                <a:lnTo>
                  <a:pt x="328556" y="399930"/>
                </a:lnTo>
                <a:lnTo>
                  <a:pt x="362539" y="362539"/>
                </a:lnTo>
                <a:lnTo>
                  <a:pt x="399931" y="328554"/>
                </a:lnTo>
                <a:lnTo>
                  <a:pt x="534799" y="427242"/>
                </a:lnTo>
                <a:lnTo>
                  <a:pt x="542650" y="420326"/>
                </a:lnTo>
                <a:lnTo>
                  <a:pt x="581045" y="392494"/>
                </a:lnTo>
                <a:lnTo>
                  <a:pt x="509434" y="238534"/>
                </a:lnTo>
                <a:lnTo>
                  <a:pt x="545727" y="211394"/>
                </a:lnTo>
                <a:lnTo>
                  <a:pt x="593326" y="182478"/>
                </a:lnTo>
                <a:lnTo>
                  <a:pt x="710460" y="310060"/>
                </a:lnTo>
                <a:lnTo>
                  <a:pt x="716882" y="306278"/>
                </a:lnTo>
                <a:lnTo>
                  <a:pt x="759924" y="286178"/>
                </a:lnTo>
                <a:lnTo>
                  <a:pt x="718317" y="115416"/>
                </a:lnTo>
                <a:lnTo>
                  <a:pt x="755983" y="97271"/>
                </a:lnTo>
                <a:lnTo>
                  <a:pt x="811541" y="76937"/>
                </a:lnTo>
                <a:lnTo>
                  <a:pt x="904100" y="229137"/>
                </a:lnTo>
                <a:lnTo>
                  <a:pt x="912814" y="226045"/>
                </a:lnTo>
                <a:lnTo>
                  <a:pt x="954945" y="215544"/>
                </a:lnTo>
                <a:lnTo>
                  <a:pt x="947267" y="35705"/>
                </a:lnTo>
                <a:lnTo>
                  <a:pt x="988328" y="25147"/>
                </a:lnTo>
                <a:lnTo>
                  <a:pt x="1046275" y="16304"/>
                </a:lnTo>
                <a:lnTo>
                  <a:pt x="1108406" y="186498"/>
                </a:lnTo>
                <a:lnTo>
                  <a:pt x="1126051" y="183887"/>
                </a:lnTo>
                <a:lnTo>
                  <a:pt x="1159455" y="182252"/>
                </a:lnTo>
                <a:lnTo>
                  <a:pt x="1187294" y="255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A5A5A5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67358139-2824-10D6-401A-8232B8C4026C}"/>
              </a:ext>
            </a:extLst>
          </p:cNvPr>
          <p:cNvSpPr/>
          <p:nvPr/>
        </p:nvSpPr>
        <p:spPr>
          <a:xfrm>
            <a:off x="6388446" y="3388260"/>
            <a:ext cx="586712" cy="596844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9040321A-FDC2-769C-D7A2-F89F5AB8A616}"/>
              </a:ext>
            </a:extLst>
          </p:cNvPr>
          <p:cNvSpPr/>
          <p:nvPr/>
        </p:nvSpPr>
        <p:spPr>
          <a:xfrm>
            <a:off x="5952529" y="3569730"/>
            <a:ext cx="356082" cy="365745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9882F5EB-7098-0E5E-51F9-479750FC5095}"/>
              </a:ext>
            </a:extLst>
          </p:cNvPr>
          <p:cNvSpPr/>
          <p:nvPr/>
        </p:nvSpPr>
        <p:spPr>
          <a:xfrm>
            <a:off x="5114407" y="3336854"/>
            <a:ext cx="586712" cy="596844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4744BF62-5839-C15C-187D-7208A360DF73}"/>
              </a:ext>
            </a:extLst>
          </p:cNvPr>
          <p:cNvSpPr/>
          <p:nvPr/>
        </p:nvSpPr>
        <p:spPr>
          <a:xfrm>
            <a:off x="6865663" y="3206228"/>
            <a:ext cx="218990" cy="222772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140358EE-920C-C114-A972-0040C6D1702A}"/>
              </a:ext>
            </a:extLst>
          </p:cNvPr>
          <p:cNvSpPr/>
          <p:nvPr/>
        </p:nvSpPr>
        <p:spPr>
          <a:xfrm>
            <a:off x="5728500" y="3761508"/>
            <a:ext cx="169266" cy="172190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F922835-F063-E784-5BC0-FADEB691FF9C}"/>
              </a:ext>
            </a:extLst>
          </p:cNvPr>
          <p:cNvSpPr/>
          <p:nvPr/>
        </p:nvSpPr>
        <p:spPr>
          <a:xfrm>
            <a:off x="5380993" y="4074428"/>
            <a:ext cx="1414688" cy="23456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AC67FA7F-2DBF-BD29-E43F-7BD733985B5C}"/>
              </a:ext>
            </a:extLst>
          </p:cNvPr>
          <p:cNvSpPr/>
          <p:nvPr/>
        </p:nvSpPr>
        <p:spPr>
          <a:xfrm>
            <a:off x="5380993" y="4579126"/>
            <a:ext cx="1414688" cy="23456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B57A1BCE-611E-129E-456C-BC76D6CE7CEB}"/>
              </a:ext>
            </a:extLst>
          </p:cNvPr>
          <p:cNvSpPr/>
          <p:nvPr/>
        </p:nvSpPr>
        <p:spPr>
          <a:xfrm>
            <a:off x="5380993" y="4327107"/>
            <a:ext cx="1414688" cy="23456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1C8138F4-12C9-3863-0909-15B271D653F9}"/>
              </a:ext>
            </a:extLst>
          </p:cNvPr>
          <p:cNvSpPr/>
          <p:nvPr/>
        </p:nvSpPr>
        <p:spPr>
          <a:xfrm>
            <a:off x="5683513" y="4831145"/>
            <a:ext cx="809648" cy="234560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307E55B4-1E7F-5C96-944B-9822E8F6678B}"/>
              </a:ext>
            </a:extLst>
          </p:cNvPr>
          <p:cNvSpPr/>
          <p:nvPr/>
        </p:nvSpPr>
        <p:spPr>
          <a:xfrm>
            <a:off x="4850600" y="3078480"/>
            <a:ext cx="356082" cy="365745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CasellaDiTesto 4">
            <a:extLst>
              <a:ext uri="{FF2B5EF4-FFF2-40B4-BE49-F238E27FC236}">
                <a16:creationId xmlns:a16="http://schemas.microsoft.com/office/drawing/2014/main" id="{7EF208C0-CA44-60D9-2C0D-7640FC637075}"/>
              </a:ext>
            </a:extLst>
          </p:cNvPr>
          <p:cNvSpPr txBox="1"/>
          <p:nvPr/>
        </p:nvSpPr>
        <p:spPr>
          <a:xfrm>
            <a:off x="670946" y="1267886"/>
            <a:ext cx="275153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PUNTI DI FORZA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Crescita più veloce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specializzazione</a:t>
            </a:r>
          </a:p>
        </p:txBody>
      </p:sp>
      <p:sp>
        <p:nvSpPr>
          <p:cNvPr id="65" name="CasellaDiTesto 8">
            <a:extLst>
              <a:ext uri="{FF2B5EF4-FFF2-40B4-BE49-F238E27FC236}">
                <a16:creationId xmlns:a16="http://schemas.microsoft.com/office/drawing/2014/main" id="{97728E60-494A-54A7-D6CD-9D0C92C07A33}"/>
              </a:ext>
            </a:extLst>
          </p:cNvPr>
          <p:cNvSpPr txBox="1"/>
          <p:nvPr/>
        </p:nvSpPr>
        <p:spPr>
          <a:xfrm>
            <a:off x="670946" y="3985104"/>
            <a:ext cx="2874372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DEBOLEZZE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Scalabilità organizzativa complessa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Gestione degli equilibri rispetto alla struttura attuale</a:t>
            </a:r>
          </a:p>
        </p:txBody>
      </p:sp>
      <p:sp>
        <p:nvSpPr>
          <p:cNvPr id="66" name="CasellaDiTesto 25">
            <a:extLst>
              <a:ext uri="{FF2B5EF4-FFF2-40B4-BE49-F238E27FC236}">
                <a16:creationId xmlns:a16="http://schemas.microsoft.com/office/drawing/2014/main" id="{4474B831-9939-1B12-3396-68074B00FF05}"/>
              </a:ext>
            </a:extLst>
          </p:cNvPr>
          <p:cNvSpPr txBox="1"/>
          <p:nvPr/>
        </p:nvSpPr>
        <p:spPr>
          <a:xfrm>
            <a:off x="8769516" y="1267886"/>
            <a:ext cx="2751538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OPPORTUNITA’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Espansione in nuovi settori regolamentati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Investimenti su servizi ad alto valore aggiunto (</a:t>
            </a:r>
            <a:r>
              <a:rPr kumimoji="0" lang="it-IT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advisory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, outsourcing, </a:t>
            </a:r>
            <a:r>
              <a:rPr kumimoji="0" lang="it-IT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RegTech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)</a:t>
            </a:r>
          </a:p>
        </p:txBody>
      </p:sp>
      <p:sp>
        <p:nvSpPr>
          <p:cNvPr id="67" name="CasellaDiTesto 102">
            <a:extLst>
              <a:ext uri="{FF2B5EF4-FFF2-40B4-BE49-F238E27FC236}">
                <a16:creationId xmlns:a16="http://schemas.microsoft.com/office/drawing/2014/main" id="{38AA8D90-8F14-D8B2-2161-4A77C641A37D}"/>
              </a:ext>
            </a:extLst>
          </p:cNvPr>
          <p:cNvSpPr txBox="1"/>
          <p:nvPr/>
        </p:nvSpPr>
        <p:spPr>
          <a:xfrm>
            <a:off x="8769516" y="3985104"/>
            <a:ext cx="2874372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MINACCE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pressione regolamentare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Rischi legati a crescita rapida e dispersione strategica</a:t>
            </a:r>
          </a:p>
        </p:txBody>
      </p:sp>
      <p:sp>
        <p:nvSpPr>
          <p:cNvPr id="4" name="Half-frame 3">
            <a:extLst>
              <a:ext uri="{FF2B5EF4-FFF2-40B4-BE49-F238E27FC236}">
                <a16:creationId xmlns:a16="http://schemas.microsoft.com/office/drawing/2014/main" id="{B0A00FCF-72C7-9E92-EF1D-FC2C4C079C32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03C926-C751-E8F5-E5B0-7B81326B2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72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2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1" grpId="0" animBg="1"/>
      <p:bldP spid="52" grpId="0" animBg="1"/>
      <p:bldP spid="53" grpId="0" animBg="1"/>
      <p:bldP spid="55" grpId="0" animBg="1"/>
      <p:bldP spid="56" grpId="0" animBg="1"/>
      <p:bldP spid="62" grpId="0" animBg="1"/>
      <p:bldP spid="64" grpId="0"/>
      <p:bldP spid="65" grpId="0"/>
      <p:bldP spid="66" grpId="0"/>
      <p:bldP spid="6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32E85D-38AE-ACE3-86F3-83E4C42661BD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FF94D7D4-AC87-789C-60AC-DE912275C6A9}"/>
              </a:ext>
            </a:extLst>
          </p:cNvPr>
          <p:cNvSpPr/>
          <p:nvPr/>
        </p:nvSpPr>
        <p:spPr>
          <a:xfrm>
            <a:off x="0" y="5301640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E78970A6-F8EB-18E8-AC71-C5F25363C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FA3EF08B-F550-6383-FBF4-009ECEDACF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6813" y="6016248"/>
            <a:ext cx="668894" cy="668894"/>
          </a:xfrm>
          <a:prstGeom prst="rect">
            <a:avLst/>
          </a:prstGeom>
        </p:spPr>
      </p:pic>
      <p:pic>
        <p:nvPicPr>
          <p:cNvPr id="11" name="Graphic 10" descr="Clipboard with solid fill">
            <a:extLst>
              <a:ext uri="{FF2B5EF4-FFF2-40B4-BE49-F238E27FC236}">
                <a16:creationId xmlns:a16="http://schemas.microsoft.com/office/drawing/2014/main" id="{1534A91A-D916-4DAA-D051-5FFBC3DA25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7802" y="5999967"/>
            <a:ext cx="668894" cy="668894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CCAAB538-15BC-B079-20BC-EBEF18FAA0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8792" y="6016248"/>
            <a:ext cx="668894" cy="668894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8B6E497-79F5-4778-A80E-3EBC23EB5A67}"/>
              </a:ext>
            </a:extLst>
          </p:cNvPr>
          <p:cNvSpPr/>
          <p:nvPr/>
        </p:nvSpPr>
        <p:spPr>
          <a:xfrm>
            <a:off x="1654060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202B1F8-FE7A-6517-8EFF-D16939F794E2}"/>
              </a:ext>
            </a:extLst>
          </p:cNvPr>
          <p:cNvSpPr/>
          <p:nvPr/>
        </p:nvSpPr>
        <p:spPr>
          <a:xfrm>
            <a:off x="433504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8D251E-252B-C7B9-C642-A739E4272277}"/>
              </a:ext>
            </a:extLst>
          </p:cNvPr>
          <p:cNvSpPr/>
          <p:nvPr/>
        </p:nvSpPr>
        <p:spPr>
          <a:xfrm>
            <a:off x="701603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3D26340-364A-CF36-A5B5-F8A8648A2F61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63828E-1028-F6D5-FF51-B0368BCF247F}"/>
              </a:ext>
            </a:extLst>
          </p:cNvPr>
          <p:cNvSpPr txBox="1"/>
          <p:nvPr/>
        </p:nvSpPr>
        <p:spPr>
          <a:xfrm>
            <a:off x="1938777" y="4213850"/>
            <a:ext cx="3449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42CD95-95F0-9E2C-896E-EE88476B26C5}"/>
              </a:ext>
            </a:extLst>
          </p:cNvPr>
          <p:cNvSpPr txBox="1"/>
          <p:nvPr/>
        </p:nvSpPr>
        <p:spPr>
          <a:xfrm>
            <a:off x="7259078" y="4215007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943796-4447-DA7E-3107-68531A7FFE30}"/>
              </a:ext>
            </a:extLst>
          </p:cNvPr>
          <p:cNvSpPr txBox="1"/>
          <p:nvPr/>
        </p:nvSpPr>
        <p:spPr>
          <a:xfrm>
            <a:off x="4578889" y="421500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DD0B2-E1CE-250A-D4FB-6646E111C899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22" name="Half-frame 21">
            <a:extLst>
              <a:ext uri="{FF2B5EF4-FFF2-40B4-BE49-F238E27FC236}">
                <a16:creationId xmlns:a16="http://schemas.microsoft.com/office/drawing/2014/main" id="{AB65C1EF-AD85-41A1-6312-00BCE7FFBE56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BBB307B-050E-D3CA-A64C-928C2EAD01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942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C935F-9363-A9F2-F9AD-DE1A10422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C650837-47E7-6524-D856-D49CB881F06C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FE0851-E78C-06CA-2698-4780015BE92B}"/>
              </a:ext>
            </a:extLst>
          </p:cNvPr>
          <p:cNvSpPr txBox="1"/>
          <p:nvPr/>
        </p:nvSpPr>
        <p:spPr>
          <a:xfrm>
            <a:off x="1938777" y="4213850"/>
            <a:ext cx="3449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4800" b="1" dirty="0">
                <a:solidFill>
                  <a:schemeClr val="bg1">
                    <a:alpha val="0"/>
                  </a:schemeClr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9778F9-F7CA-B642-788B-A33D6F290C77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CAEA2E45-59DB-2966-7B7D-893D38E12BDA}"/>
              </a:ext>
            </a:extLst>
          </p:cNvPr>
          <p:cNvSpPr/>
          <p:nvPr/>
        </p:nvSpPr>
        <p:spPr>
          <a:xfrm>
            <a:off x="1585167" y="5289114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9ED8BF57-CDAE-9F52-C018-296F03F62D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93B46926-F655-6A8E-41C4-916232F34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69509" y="5808944"/>
            <a:ext cx="1083502" cy="1083502"/>
          </a:xfrm>
          <a:prstGeom prst="rect">
            <a:avLst/>
          </a:prstGeom>
        </p:spPr>
      </p:pic>
      <p:pic>
        <p:nvPicPr>
          <p:cNvPr id="11" name="Graphic 10" descr="Clipboard with solid fill">
            <a:extLst>
              <a:ext uri="{FF2B5EF4-FFF2-40B4-BE49-F238E27FC236}">
                <a16:creationId xmlns:a16="http://schemas.microsoft.com/office/drawing/2014/main" id="{0A740C32-7E3D-27EC-1D83-9041D8ACDC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7802" y="5999967"/>
            <a:ext cx="668894" cy="668894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AA55F4FD-E66F-D18F-397D-5F87862C5B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8792" y="6016248"/>
            <a:ext cx="668894" cy="668894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400255C-7608-1279-BB58-C1E96F2BB52B}"/>
              </a:ext>
            </a:extLst>
          </p:cNvPr>
          <p:cNvSpPr/>
          <p:nvPr/>
        </p:nvSpPr>
        <p:spPr>
          <a:xfrm>
            <a:off x="433504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76CC59C-20A0-E967-010B-4E3F10D9EA8F}"/>
              </a:ext>
            </a:extLst>
          </p:cNvPr>
          <p:cNvSpPr/>
          <p:nvPr/>
        </p:nvSpPr>
        <p:spPr>
          <a:xfrm>
            <a:off x="701603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CA38D90-A58D-25CA-8679-8A889BA6F346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FB45455-6F50-C147-20DA-3B7A4236D27F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10" name="CasellaDiTesto 26">
            <a:extLst>
              <a:ext uri="{FF2B5EF4-FFF2-40B4-BE49-F238E27FC236}">
                <a16:creationId xmlns:a16="http://schemas.microsoft.com/office/drawing/2014/main" id="{F6DBB971-3EC7-31F6-E3AA-F6782196F5C0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E20F37-D8C0-C1DE-635E-A4390036EA8F}"/>
              </a:ext>
            </a:extLst>
          </p:cNvPr>
          <p:cNvSpPr txBox="1"/>
          <p:nvPr/>
        </p:nvSpPr>
        <p:spPr>
          <a:xfrm>
            <a:off x="7259078" y="4215007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A874EC-8511-65A4-6B2C-E0C604B9A2B3}"/>
              </a:ext>
            </a:extLst>
          </p:cNvPr>
          <p:cNvSpPr txBox="1"/>
          <p:nvPr/>
        </p:nvSpPr>
        <p:spPr>
          <a:xfrm>
            <a:off x="4578889" y="421500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0F06D7-A51A-7B90-E531-8BCA75AF9CA7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4" name="Half-frame 3">
            <a:extLst>
              <a:ext uri="{FF2B5EF4-FFF2-40B4-BE49-F238E27FC236}">
                <a16:creationId xmlns:a16="http://schemas.microsoft.com/office/drawing/2014/main" id="{9D577D8E-850E-201F-4CA1-3C49488C836B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D6A806-2E4F-D77B-2AA2-EFDD0C6E55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428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4B2EE-C865-0125-DEB7-4F7D813FF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ED0562F-CAB3-4FED-2994-89CDCB1CFDBC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9C9D5E7-4F1F-2355-3FF3-65560BA7F21E}"/>
              </a:ext>
            </a:extLst>
          </p:cNvPr>
          <p:cNvSpPr/>
          <p:nvPr/>
        </p:nvSpPr>
        <p:spPr>
          <a:xfrm>
            <a:off x="3658331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F4BF4D-9DEF-A0AF-4759-F22EF41E85C2}"/>
              </a:ext>
            </a:extLst>
          </p:cNvPr>
          <p:cNvSpPr txBox="1"/>
          <p:nvPr/>
        </p:nvSpPr>
        <p:spPr>
          <a:xfrm>
            <a:off x="1938777" y="4213850"/>
            <a:ext cx="4267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7A2923-02F7-E5DA-8888-374D1C1704EF}"/>
              </a:ext>
            </a:extLst>
          </p:cNvPr>
          <p:cNvSpPr txBox="1"/>
          <p:nvPr/>
        </p:nvSpPr>
        <p:spPr>
          <a:xfrm>
            <a:off x="4578889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6917-47C9-DCB1-48ED-D1695A530873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545E3AA3-AEDC-BFFD-9E64-77362E1E1060}"/>
              </a:ext>
            </a:extLst>
          </p:cNvPr>
          <p:cNvSpPr/>
          <p:nvPr/>
        </p:nvSpPr>
        <p:spPr>
          <a:xfrm>
            <a:off x="4266155" y="5331390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46009BFD-8EA2-8BDD-5C47-23B980CFCF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61A2E741-E9C7-3797-A354-711A952DC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0532" y="5999967"/>
            <a:ext cx="701456" cy="701456"/>
          </a:xfrm>
          <a:prstGeom prst="rect">
            <a:avLst/>
          </a:prstGeom>
        </p:spPr>
      </p:pic>
      <p:pic>
        <p:nvPicPr>
          <p:cNvPr id="11" name="Graphic 10" descr="Clipboard with solid fill">
            <a:extLst>
              <a:ext uri="{FF2B5EF4-FFF2-40B4-BE49-F238E27FC236}">
                <a16:creationId xmlns:a16="http://schemas.microsoft.com/office/drawing/2014/main" id="{AF520142-7C3A-0623-D51E-9EEFA18394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2439" y="5824604"/>
            <a:ext cx="1019620" cy="1019620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FF4AF6B9-3D6D-EE82-6F90-039F6AD82E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8792" y="6016248"/>
            <a:ext cx="668894" cy="668894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A2D0A9-8DAA-343A-35A4-001F2B391D3F}"/>
              </a:ext>
            </a:extLst>
          </p:cNvPr>
          <p:cNvSpPr/>
          <p:nvPr/>
        </p:nvSpPr>
        <p:spPr>
          <a:xfrm>
            <a:off x="701603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F150523-5DF9-A26B-2563-278236B13745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9B85B181-E749-3509-B379-818FDEF4956E}"/>
              </a:ext>
            </a:extLst>
          </p:cNvPr>
          <p:cNvSpPr/>
          <p:nvPr/>
        </p:nvSpPr>
        <p:spPr>
          <a:xfrm>
            <a:off x="3728267" y="1334348"/>
            <a:ext cx="2092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Partnership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esterne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72709903-CE02-640D-407F-09AB7841FAB4}"/>
              </a:ext>
            </a:extLst>
          </p:cNvPr>
          <p:cNvSpPr/>
          <p:nvPr/>
        </p:nvSpPr>
        <p:spPr>
          <a:xfrm>
            <a:off x="3752315" y="2244349"/>
            <a:ext cx="207986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Accordi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società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tecnologiche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Collaborazione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Enti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formatori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Professionisti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esterni (DPO, legale</a:t>
            </a:r>
            <a:r>
              <a:rPr lang="en-US" sz="1400" dirty="0">
                <a:solidFill>
                  <a:srgbClr val="D1D5DB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>
              <a:latin typeface="Montserrat" pitchFamily="2" charset="77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1661BC98-61B6-3412-DBC1-9DC7A71E01CE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19" name="CasellaDiTesto 26">
            <a:extLst>
              <a:ext uri="{FF2B5EF4-FFF2-40B4-BE49-F238E27FC236}">
                <a16:creationId xmlns:a16="http://schemas.microsoft.com/office/drawing/2014/main" id="{FD94BCA4-E745-000A-FF17-81A75EFDAEC3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75490D-79B4-1EB6-9C11-4464CDE69665}"/>
              </a:ext>
            </a:extLst>
          </p:cNvPr>
          <p:cNvSpPr txBox="1"/>
          <p:nvPr/>
        </p:nvSpPr>
        <p:spPr>
          <a:xfrm>
            <a:off x="7259078" y="4215007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09A6FC-80D9-7DDF-2BCE-3CCEF5867475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24" name="Half-frame 23">
            <a:extLst>
              <a:ext uri="{FF2B5EF4-FFF2-40B4-BE49-F238E27FC236}">
                <a16:creationId xmlns:a16="http://schemas.microsoft.com/office/drawing/2014/main" id="{8861415F-A2D0-6E16-44DB-FBBC86A91B19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C2591B3-94C8-6414-829B-B631054A6C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285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6B65-50F7-CD31-8992-219E19A0F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9BE38EE-3FEE-B162-A7F2-5DBFA4893E59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C0DB2F3-69EB-72D7-B044-DFE1D6DAADF5}"/>
              </a:ext>
            </a:extLst>
          </p:cNvPr>
          <p:cNvSpPr/>
          <p:nvPr/>
        </p:nvSpPr>
        <p:spPr>
          <a:xfrm>
            <a:off x="3658331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AE71B40-A3CE-C589-FEEF-DE2FA155D2AF}"/>
              </a:ext>
            </a:extLst>
          </p:cNvPr>
          <p:cNvSpPr/>
          <p:nvPr/>
        </p:nvSpPr>
        <p:spPr>
          <a:xfrm>
            <a:off x="6327106" y="914400"/>
            <a:ext cx="2241134" cy="4049038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706213-6239-62A7-C945-13DFEFB96F6B}"/>
              </a:ext>
            </a:extLst>
          </p:cNvPr>
          <p:cNvSpPr txBox="1"/>
          <p:nvPr/>
        </p:nvSpPr>
        <p:spPr>
          <a:xfrm>
            <a:off x="1938777" y="4213850"/>
            <a:ext cx="4267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30A378-CA99-58DE-842D-EA16EC4C13AA}"/>
              </a:ext>
            </a:extLst>
          </p:cNvPr>
          <p:cNvSpPr txBox="1"/>
          <p:nvPr/>
        </p:nvSpPr>
        <p:spPr>
          <a:xfrm>
            <a:off x="7259078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B3EC23-0BE0-B0B7-B8F0-88E5845B9859}"/>
              </a:ext>
            </a:extLst>
          </p:cNvPr>
          <p:cNvSpPr txBox="1"/>
          <p:nvPr/>
        </p:nvSpPr>
        <p:spPr>
          <a:xfrm>
            <a:off x="4578889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770E3F-583A-E70D-1EB6-C1150656EC71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69A7F62D-B4B6-EBA9-C0D0-BABBF64F5961}"/>
              </a:ext>
            </a:extLst>
          </p:cNvPr>
          <p:cNvSpPr/>
          <p:nvPr/>
        </p:nvSpPr>
        <p:spPr>
          <a:xfrm>
            <a:off x="6947146" y="5306338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F36B0A99-8D18-F56C-5A36-6F5233C180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C8AF8246-80D4-3BB5-7E5F-7936F06DD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0532" y="5999967"/>
            <a:ext cx="701456" cy="701456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1BB849F1-DE0C-9951-23DB-6089FCE2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79710" y="5857166"/>
            <a:ext cx="987058" cy="987058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9063EB-A61A-8023-4161-FC14D4440BA6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E06E09E6-62F3-921B-1745-31A867936D97}"/>
              </a:ext>
            </a:extLst>
          </p:cNvPr>
          <p:cNvSpPr/>
          <p:nvPr/>
        </p:nvSpPr>
        <p:spPr>
          <a:xfrm>
            <a:off x="6327106" y="1334348"/>
            <a:ext cx="212931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Co-branding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con operatori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82DCD7DF-E82E-312A-6C71-2F20C7C7C237}"/>
              </a:ext>
            </a:extLst>
          </p:cNvPr>
          <p:cNvSpPr/>
          <p:nvPr/>
        </p:nvSpPr>
        <p:spPr>
          <a:xfrm>
            <a:off x="6438922" y="2212410"/>
            <a:ext cx="224113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2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AML per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settore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luxury</a:t>
            </a: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Adeguati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assetti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organizzativi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AML per altri soggetti obbligati</a:t>
            </a:r>
            <a:endParaRPr lang="en-US" sz="1400" dirty="0">
              <a:solidFill>
                <a:schemeClr val="bg1"/>
              </a:solidFill>
              <a:latin typeface="Montserrat" pitchFamily="2" charset="77"/>
            </a:endParaRPr>
          </a:p>
        </p:txBody>
      </p:sp>
      <p:pic>
        <p:nvPicPr>
          <p:cNvPr id="10" name="Graphic 9" descr="Clipboard with solid fill">
            <a:extLst>
              <a:ext uri="{FF2B5EF4-FFF2-40B4-BE49-F238E27FC236}">
                <a16:creationId xmlns:a16="http://schemas.microsoft.com/office/drawing/2014/main" id="{44B9BC46-91E6-1E8B-4B08-442E8F392C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57801" y="5999966"/>
            <a:ext cx="668896" cy="668896"/>
          </a:xfrm>
          <a:prstGeom prst="rect">
            <a:avLst/>
          </a:prstGeom>
        </p:spPr>
      </p:pic>
      <p:sp>
        <p:nvSpPr>
          <p:cNvPr id="19" name="Text 6">
            <a:extLst>
              <a:ext uri="{FF2B5EF4-FFF2-40B4-BE49-F238E27FC236}">
                <a16:creationId xmlns:a16="http://schemas.microsoft.com/office/drawing/2014/main" id="{89D4536B-F71C-C467-2876-E39146CFF9CD}"/>
              </a:ext>
            </a:extLst>
          </p:cNvPr>
          <p:cNvSpPr/>
          <p:nvPr/>
        </p:nvSpPr>
        <p:spPr>
          <a:xfrm>
            <a:off x="3728267" y="1334348"/>
            <a:ext cx="2092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Partnership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esterne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E52FC4F7-D0A8-D4FA-C58B-CB6860DC05F3}"/>
              </a:ext>
            </a:extLst>
          </p:cNvPr>
          <p:cNvSpPr/>
          <p:nvPr/>
        </p:nvSpPr>
        <p:spPr>
          <a:xfrm>
            <a:off x="3752315" y="2244349"/>
            <a:ext cx="207986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Accordi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società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tecnologiche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Collaborazione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Enti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formatori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Professionisti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esterni (DPO, legale</a:t>
            </a:r>
            <a:r>
              <a:rPr lang="en-US" sz="1400" dirty="0">
                <a:solidFill>
                  <a:srgbClr val="D1D5DB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>
              <a:latin typeface="Montserrat" pitchFamily="2" charset="77"/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14B24D0D-2F3F-9852-1342-1FEFB3BB1EF8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2" name="CasellaDiTesto 26">
            <a:extLst>
              <a:ext uri="{FF2B5EF4-FFF2-40B4-BE49-F238E27FC236}">
                <a16:creationId xmlns:a16="http://schemas.microsoft.com/office/drawing/2014/main" id="{D2816E48-2BF6-F034-D370-9AB327025465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EF4B5F-9F37-C632-CC2F-9E89DFF3ED79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27" name="Half-frame 26">
            <a:extLst>
              <a:ext uri="{FF2B5EF4-FFF2-40B4-BE49-F238E27FC236}">
                <a16:creationId xmlns:a16="http://schemas.microsoft.com/office/drawing/2014/main" id="{65E88AE7-E4EA-101E-1B87-8A36824094A2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71CE91-CEA8-FF81-F785-F65CDB3A7A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165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26A16-7800-7E24-7B74-88D90830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ACF2048-497C-0B93-CAA1-9C504D059D8C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E71AF2F-4F64-22B2-9B2C-E0FA4E6D2FE0}"/>
              </a:ext>
            </a:extLst>
          </p:cNvPr>
          <p:cNvSpPr/>
          <p:nvPr/>
        </p:nvSpPr>
        <p:spPr>
          <a:xfrm>
            <a:off x="3658331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A3FA4F1-1944-0A2A-3B9A-71F82FC025BD}"/>
              </a:ext>
            </a:extLst>
          </p:cNvPr>
          <p:cNvSpPr/>
          <p:nvPr/>
        </p:nvSpPr>
        <p:spPr>
          <a:xfrm>
            <a:off x="6327106" y="914400"/>
            <a:ext cx="2241134" cy="4049038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10BBED4-2552-2EA2-0BA2-D7893683B7BA}"/>
              </a:ext>
            </a:extLst>
          </p:cNvPr>
          <p:cNvSpPr/>
          <p:nvPr/>
        </p:nvSpPr>
        <p:spPr>
          <a:xfrm>
            <a:off x="8851391" y="914400"/>
            <a:ext cx="2241133" cy="4049038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721F56-7E00-A8DC-D372-40F3B1C21F35}"/>
              </a:ext>
            </a:extLst>
          </p:cNvPr>
          <p:cNvSpPr txBox="1"/>
          <p:nvPr/>
        </p:nvSpPr>
        <p:spPr>
          <a:xfrm>
            <a:off x="1938777" y="4213850"/>
            <a:ext cx="4267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A8A48A-EC70-B17F-8601-2F7E41AA7216}"/>
              </a:ext>
            </a:extLst>
          </p:cNvPr>
          <p:cNvSpPr txBox="1"/>
          <p:nvPr/>
        </p:nvSpPr>
        <p:spPr>
          <a:xfrm>
            <a:off x="7259078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B977B3-EBEC-957E-7A14-D04EB75A33EA}"/>
              </a:ext>
            </a:extLst>
          </p:cNvPr>
          <p:cNvSpPr txBox="1"/>
          <p:nvPr/>
        </p:nvSpPr>
        <p:spPr>
          <a:xfrm>
            <a:off x="4578889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00F52A-4626-6112-9EE2-D2B71BB52D2A}"/>
              </a:ext>
            </a:extLst>
          </p:cNvPr>
          <p:cNvSpPr txBox="1"/>
          <p:nvPr/>
        </p:nvSpPr>
        <p:spPr>
          <a:xfrm>
            <a:off x="9728480" y="4213849"/>
            <a:ext cx="6094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B336DD-7E87-8548-B345-3303B3146542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5E7DB302-3DB8-400A-DF8A-3A96C851AAA9}"/>
              </a:ext>
            </a:extLst>
          </p:cNvPr>
          <p:cNvSpPr/>
          <p:nvPr/>
        </p:nvSpPr>
        <p:spPr>
          <a:xfrm>
            <a:off x="9628135" y="5293812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8A70B2E3-94C0-29CE-0CB1-7D7B22CFBB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84498" y="5764684"/>
            <a:ext cx="1139460" cy="1139460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3EAAC3D0-08AF-169F-9545-752B0E9B4A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0532" y="5999967"/>
            <a:ext cx="701456" cy="701456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5A9D054A-76B6-001A-56AD-E0E69597A4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2510" y="5999966"/>
            <a:ext cx="701458" cy="701458"/>
          </a:xfrm>
          <a:prstGeom prst="rect">
            <a:avLst/>
          </a:prstGeom>
        </p:spPr>
      </p:pic>
      <p:pic>
        <p:nvPicPr>
          <p:cNvPr id="10" name="Graphic 9" descr="Clipboard with solid fill">
            <a:extLst>
              <a:ext uri="{FF2B5EF4-FFF2-40B4-BE49-F238E27FC236}">
                <a16:creationId xmlns:a16="http://schemas.microsoft.com/office/drawing/2014/main" id="{5BFDD250-1D54-8CB5-F931-69D0346D28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57801" y="5999966"/>
            <a:ext cx="668896" cy="668896"/>
          </a:xfrm>
          <a:prstGeom prst="rect">
            <a:avLst/>
          </a:prstGeom>
        </p:spPr>
      </p:pic>
      <p:sp>
        <p:nvSpPr>
          <p:cNvPr id="12" name="Text 12">
            <a:extLst>
              <a:ext uri="{FF2B5EF4-FFF2-40B4-BE49-F238E27FC236}">
                <a16:creationId xmlns:a16="http://schemas.microsoft.com/office/drawing/2014/main" id="{E71E65A2-620C-7B67-2ED1-DE8C6E5AD9B8}"/>
              </a:ext>
            </a:extLst>
          </p:cNvPr>
          <p:cNvSpPr/>
          <p:nvPr/>
        </p:nvSpPr>
        <p:spPr>
          <a:xfrm>
            <a:off x="8760377" y="1334348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Servizi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complementari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A473FA65-93F9-7015-ADD2-AFEDBB2E9199}"/>
              </a:ext>
            </a:extLst>
          </p:cNvPr>
          <p:cNvSpPr/>
          <p:nvPr/>
        </p:nvSpPr>
        <p:spPr>
          <a:xfrm>
            <a:off x="8963207" y="2212410"/>
            <a:ext cx="214000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Back office AML</a:t>
            </a: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Controllo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gestione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Risk ICT per 106 TUB e imprese</a:t>
            </a:r>
            <a:endParaRPr lang="en-US" sz="1400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98C6E377-DF71-87CB-81CE-F18682F08DC5}"/>
              </a:ext>
            </a:extLst>
          </p:cNvPr>
          <p:cNvSpPr/>
          <p:nvPr/>
        </p:nvSpPr>
        <p:spPr>
          <a:xfrm>
            <a:off x="6327106" y="1334348"/>
            <a:ext cx="212931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Co-branding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con operatori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537C6A6D-D0E5-EF95-6513-150844C6A6DC}"/>
              </a:ext>
            </a:extLst>
          </p:cNvPr>
          <p:cNvSpPr/>
          <p:nvPr/>
        </p:nvSpPr>
        <p:spPr>
          <a:xfrm>
            <a:off x="6438922" y="2212410"/>
            <a:ext cx="224113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2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AML per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settore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luxury</a:t>
            </a: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Adeguati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assetti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organizzativi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AML per altri soggetti obbligati</a:t>
            </a:r>
            <a:endParaRPr lang="en-US" sz="1400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E5612C90-506E-DA68-D3A0-7E870C8304CD}"/>
              </a:ext>
            </a:extLst>
          </p:cNvPr>
          <p:cNvSpPr/>
          <p:nvPr/>
        </p:nvSpPr>
        <p:spPr>
          <a:xfrm>
            <a:off x="3728267" y="1334348"/>
            <a:ext cx="2092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Partnership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esterne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A8E4695C-CD91-4587-F8E1-E13BE26574D3}"/>
              </a:ext>
            </a:extLst>
          </p:cNvPr>
          <p:cNvSpPr/>
          <p:nvPr/>
        </p:nvSpPr>
        <p:spPr>
          <a:xfrm>
            <a:off x="3752315" y="2244349"/>
            <a:ext cx="207986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Accordi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società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tecnologiche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Collaborazione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Enti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formatori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Professionisti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esterni (DPO, legale</a:t>
            </a:r>
            <a:r>
              <a:rPr lang="en-US" sz="1400" dirty="0">
                <a:solidFill>
                  <a:srgbClr val="D1D5DB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>
              <a:latin typeface="Montserrat" pitchFamily="2" charset="77"/>
            </a:endParaRPr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37B6F940-8274-143E-3F8F-51465F5317AB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5" name="CasellaDiTesto 26">
            <a:extLst>
              <a:ext uri="{FF2B5EF4-FFF2-40B4-BE49-F238E27FC236}">
                <a16:creationId xmlns:a16="http://schemas.microsoft.com/office/drawing/2014/main" id="{28A236CA-4EF2-8B06-7763-51CFAE91FB8D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30" name="Half-frame 29">
            <a:extLst>
              <a:ext uri="{FF2B5EF4-FFF2-40B4-BE49-F238E27FC236}">
                <a16:creationId xmlns:a16="http://schemas.microsoft.com/office/drawing/2014/main" id="{9C7305BC-11DE-7A42-226F-59C7D0464AFE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1C09E5A-2136-D8A0-DE32-E08827F957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38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32CA545-3254-21BC-F8D5-B887ECF4577B}"/>
              </a:ext>
            </a:extLst>
          </p:cNvPr>
          <p:cNvGrpSpPr/>
          <p:nvPr/>
        </p:nvGrpSpPr>
        <p:grpSpPr>
          <a:xfrm>
            <a:off x="4259487" y="1650938"/>
            <a:ext cx="2468174" cy="1800000"/>
            <a:chOff x="4259487" y="1650938"/>
            <a:chExt cx="2468174" cy="1800000"/>
          </a:xfrm>
        </p:grpSpPr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3F18739C-5B6F-08C5-6CD2-FBA53669BD61}"/>
                </a:ext>
              </a:extLst>
            </p:cNvPr>
            <p:cNvSpPr/>
            <p:nvPr/>
          </p:nvSpPr>
          <p:spPr>
            <a:xfrm rot="16200000">
              <a:off x="4593574" y="1316851"/>
              <a:ext cx="1800000" cy="2468174"/>
            </a:xfrm>
            <a:custGeom>
              <a:avLst/>
              <a:gdLst>
                <a:gd name="csX0" fmla="*/ 1800000 w 1800000"/>
                <a:gd name="csY0" fmla="*/ 1800001 h 2468174"/>
                <a:gd name="csX1" fmla="*/ 700641 w 1800000"/>
                <a:gd name="csY1" fmla="*/ 2463420 h 2468174"/>
                <a:gd name="csX2" fmla="*/ 668173 w 1800000"/>
                <a:gd name="csY2" fmla="*/ 2468174 h 2468174"/>
                <a:gd name="csX3" fmla="*/ 687630 w 1800000"/>
                <a:gd name="csY3" fmla="*/ 2335266 h 2468174"/>
                <a:gd name="csX4" fmla="*/ 720000 w 1800000"/>
                <a:gd name="csY4" fmla="*/ 1800001 h 2468174"/>
                <a:gd name="csX5" fmla="*/ 687630 w 1800000"/>
                <a:gd name="csY5" fmla="*/ 1264736 h 2468174"/>
                <a:gd name="csX6" fmla="*/ 668173 w 1800000"/>
                <a:gd name="csY6" fmla="*/ 1131829 h 2468174"/>
                <a:gd name="csX7" fmla="*/ 700641 w 1800000"/>
                <a:gd name="csY7" fmla="*/ 1136582 h 2468174"/>
                <a:gd name="csX8" fmla="*/ 1800000 w 1800000"/>
                <a:gd name="csY8" fmla="*/ 1800001 h 2468174"/>
                <a:gd name="csX9" fmla="*/ 1800000 w 1800000"/>
                <a:gd name="csY9" fmla="*/ 1800000 h 2468174"/>
                <a:gd name="csX10" fmla="*/ 700641 w 1800000"/>
                <a:gd name="csY10" fmla="*/ 1136581 h 2468174"/>
                <a:gd name="csX11" fmla="*/ 668173 w 1800000"/>
                <a:gd name="csY11" fmla="*/ 1131828 h 2468174"/>
                <a:gd name="csX12" fmla="*/ 663419 w 1800000"/>
                <a:gd name="csY12" fmla="*/ 1099359 h 2468174"/>
                <a:gd name="csX13" fmla="*/ 0 w 1800000"/>
                <a:gd name="csY13" fmla="*/ 0 h 2468174"/>
                <a:gd name="csX14" fmla="*/ 1800000 w 1800000"/>
                <a:gd name="csY14" fmla="*/ 1800000 h 24681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800000" h="2468174">
                  <a:moveTo>
                    <a:pt x="1800000" y="1800001"/>
                  </a:moveTo>
                  <a:cubicBezTo>
                    <a:pt x="1800000" y="2098235"/>
                    <a:pt x="1346688" y="2354118"/>
                    <a:pt x="700641" y="2463420"/>
                  </a:cubicBezTo>
                  <a:lnTo>
                    <a:pt x="668173" y="2468174"/>
                  </a:lnTo>
                  <a:lnTo>
                    <a:pt x="687630" y="2335266"/>
                  </a:lnTo>
                  <a:cubicBezTo>
                    <a:pt x="708667" y="2166176"/>
                    <a:pt x="720000" y="1986397"/>
                    <a:pt x="720000" y="1800001"/>
                  </a:cubicBezTo>
                  <a:cubicBezTo>
                    <a:pt x="720000" y="1613605"/>
                    <a:pt x="708667" y="1433826"/>
                    <a:pt x="687630" y="1264736"/>
                  </a:cubicBezTo>
                  <a:lnTo>
                    <a:pt x="668173" y="1131829"/>
                  </a:lnTo>
                  <a:lnTo>
                    <a:pt x="700641" y="1136582"/>
                  </a:lnTo>
                  <a:cubicBezTo>
                    <a:pt x="1346689" y="1245884"/>
                    <a:pt x="1800000" y="1501767"/>
                    <a:pt x="1800000" y="1800001"/>
                  </a:cubicBezTo>
                  <a:close/>
                  <a:moveTo>
                    <a:pt x="1800000" y="1800000"/>
                  </a:moveTo>
                  <a:cubicBezTo>
                    <a:pt x="1800000" y="1501766"/>
                    <a:pt x="1346689" y="1245883"/>
                    <a:pt x="700641" y="1136581"/>
                  </a:cubicBezTo>
                  <a:lnTo>
                    <a:pt x="668173" y="1131828"/>
                  </a:lnTo>
                  <a:lnTo>
                    <a:pt x="663419" y="1099359"/>
                  </a:lnTo>
                  <a:cubicBezTo>
                    <a:pt x="554117" y="453312"/>
                    <a:pt x="298234" y="0"/>
                    <a:pt x="0" y="0"/>
                  </a:cubicBezTo>
                  <a:cubicBezTo>
                    <a:pt x="994113" y="0"/>
                    <a:pt x="1800000" y="805887"/>
                    <a:pt x="1800000" y="1800000"/>
                  </a:cubicBezTo>
                  <a:close/>
                </a:path>
              </a:pathLst>
            </a:custGeom>
            <a:solidFill>
              <a:srgbClr val="E9713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 dirty="0"/>
            </a:p>
          </p:txBody>
        </p:sp>
        <p:pic>
          <p:nvPicPr>
            <p:cNvPr id="183" name="Graphic 182" descr="Books with solid fill">
              <a:extLst>
                <a:ext uri="{FF2B5EF4-FFF2-40B4-BE49-F238E27FC236}">
                  <a16:creationId xmlns:a16="http://schemas.microsoft.com/office/drawing/2014/main" id="{8396029F-6954-E896-B8BF-C323E5ACB1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73798" y="2061784"/>
              <a:ext cx="343682" cy="343682"/>
            </a:xfrm>
            <a:prstGeom prst="rect">
              <a:avLst/>
            </a:prstGeom>
          </p:spPr>
        </p:pic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998C4A86-1632-ADF8-25BB-5E7BC9558345}"/>
                </a:ext>
              </a:extLst>
            </p:cNvPr>
            <p:cNvSpPr txBox="1"/>
            <p:nvPr/>
          </p:nvSpPr>
          <p:spPr>
            <a:xfrm>
              <a:off x="5450941" y="2061784"/>
              <a:ext cx="4230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01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9575F8-F01B-9275-8EFB-F22ADAFD6F44}"/>
              </a:ext>
            </a:extLst>
          </p:cNvPr>
          <p:cNvGrpSpPr/>
          <p:nvPr/>
        </p:nvGrpSpPr>
        <p:grpSpPr>
          <a:xfrm>
            <a:off x="4259486" y="2782765"/>
            <a:ext cx="1800002" cy="2468174"/>
            <a:chOff x="4259486" y="2782765"/>
            <a:chExt cx="1800002" cy="2468174"/>
          </a:xfrm>
        </p:grpSpPr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5F2DFFB-6739-3427-DFAB-68F0E0794BB5}"/>
                </a:ext>
              </a:extLst>
            </p:cNvPr>
            <p:cNvSpPr/>
            <p:nvPr/>
          </p:nvSpPr>
          <p:spPr>
            <a:xfrm rot="16200000">
              <a:off x="3925401" y="3116852"/>
              <a:ext cx="2468174" cy="1800000"/>
            </a:xfrm>
            <a:custGeom>
              <a:avLst/>
              <a:gdLst>
                <a:gd name="csX0" fmla="*/ 1800001 w 2468174"/>
                <a:gd name="csY0" fmla="*/ 0 h 1800000"/>
                <a:gd name="csX1" fmla="*/ 1136581 w 2468174"/>
                <a:gd name="csY1" fmla="*/ 1099359 h 1800000"/>
                <a:gd name="csX2" fmla="*/ 1131828 w 2468174"/>
                <a:gd name="csY2" fmla="*/ 1131828 h 1800000"/>
                <a:gd name="csX3" fmla="*/ 1099359 w 2468174"/>
                <a:gd name="csY3" fmla="*/ 1136581 h 1800000"/>
                <a:gd name="csX4" fmla="*/ 0 w 2468174"/>
                <a:gd name="csY4" fmla="*/ 1800000 h 1800000"/>
                <a:gd name="csX5" fmla="*/ 1800001 w 2468174"/>
                <a:gd name="csY5" fmla="*/ 0 h 1800000"/>
                <a:gd name="csX6" fmla="*/ 2468174 w 2468174"/>
                <a:gd name="csY6" fmla="*/ 1131828 h 1800000"/>
                <a:gd name="csX7" fmla="*/ 2335266 w 2468174"/>
                <a:gd name="csY7" fmla="*/ 1112370 h 1800000"/>
                <a:gd name="csX8" fmla="*/ 1800001 w 2468174"/>
                <a:gd name="csY8" fmla="*/ 1080000 h 1800000"/>
                <a:gd name="csX9" fmla="*/ 1264736 w 2468174"/>
                <a:gd name="csY9" fmla="*/ 1112370 h 1800000"/>
                <a:gd name="csX10" fmla="*/ 1131829 w 2468174"/>
                <a:gd name="csY10" fmla="*/ 1131828 h 1800000"/>
                <a:gd name="csX11" fmla="*/ 1136582 w 2468174"/>
                <a:gd name="csY11" fmla="*/ 1099359 h 1800000"/>
                <a:gd name="csX12" fmla="*/ 1800001 w 2468174"/>
                <a:gd name="csY12" fmla="*/ 0 h 1800000"/>
                <a:gd name="csX13" fmla="*/ 2463420 w 2468174"/>
                <a:gd name="csY13" fmla="*/ 1099359 h 18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68174" h="1800000">
                  <a:moveTo>
                    <a:pt x="1800001" y="0"/>
                  </a:moveTo>
                  <a:cubicBezTo>
                    <a:pt x="1501767" y="0"/>
                    <a:pt x="1245883" y="453312"/>
                    <a:pt x="1136581" y="1099359"/>
                  </a:cubicBezTo>
                  <a:lnTo>
                    <a:pt x="1131828" y="1131828"/>
                  </a:lnTo>
                  <a:lnTo>
                    <a:pt x="1099359" y="1136581"/>
                  </a:lnTo>
                  <a:cubicBezTo>
                    <a:pt x="453311" y="1245883"/>
                    <a:pt x="0" y="1501766"/>
                    <a:pt x="0" y="1800000"/>
                  </a:cubicBezTo>
                  <a:cubicBezTo>
                    <a:pt x="0" y="805887"/>
                    <a:pt x="805887" y="-1"/>
                    <a:pt x="1800001" y="0"/>
                  </a:cubicBezTo>
                  <a:close/>
                  <a:moveTo>
                    <a:pt x="2468174" y="1131828"/>
                  </a:moveTo>
                  <a:lnTo>
                    <a:pt x="2335266" y="1112370"/>
                  </a:lnTo>
                  <a:cubicBezTo>
                    <a:pt x="2166176" y="1091333"/>
                    <a:pt x="1986397" y="1080000"/>
                    <a:pt x="1800001" y="1080000"/>
                  </a:cubicBezTo>
                  <a:cubicBezTo>
                    <a:pt x="1613605" y="1080000"/>
                    <a:pt x="1433826" y="1091333"/>
                    <a:pt x="1264736" y="1112370"/>
                  </a:cubicBezTo>
                  <a:lnTo>
                    <a:pt x="1131829" y="1131828"/>
                  </a:lnTo>
                  <a:lnTo>
                    <a:pt x="1136582" y="1099359"/>
                  </a:lnTo>
                  <a:cubicBezTo>
                    <a:pt x="1245884" y="453312"/>
                    <a:pt x="1501767" y="0"/>
                    <a:pt x="1800001" y="0"/>
                  </a:cubicBezTo>
                  <a:cubicBezTo>
                    <a:pt x="2098235" y="0"/>
                    <a:pt x="2354118" y="453312"/>
                    <a:pt x="2463420" y="1099359"/>
                  </a:cubicBezTo>
                  <a:close/>
                </a:path>
              </a:pathLst>
            </a:custGeom>
            <a:solidFill>
              <a:srgbClr val="C5FF9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 dirty="0"/>
            </a:p>
          </p:txBody>
        </p:sp>
        <p:pic>
          <p:nvPicPr>
            <p:cNvPr id="184" name="Graphic 183" descr="Brain with solid fill">
              <a:extLst>
                <a:ext uri="{FF2B5EF4-FFF2-40B4-BE49-F238E27FC236}">
                  <a16:creationId xmlns:a16="http://schemas.microsoft.com/office/drawing/2014/main" id="{475F2719-F2AA-3A47-9BE1-D78B745686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63337" y="3441078"/>
              <a:ext cx="343682" cy="343682"/>
            </a:xfrm>
            <a:prstGeom prst="rect">
              <a:avLst/>
            </a:prstGeom>
          </p:spPr>
        </p:pic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9CF3D50-27A4-EE0A-1ECA-5337D685CC31}"/>
                </a:ext>
              </a:extLst>
            </p:cNvPr>
            <p:cNvSpPr txBox="1"/>
            <p:nvPr/>
          </p:nvSpPr>
          <p:spPr>
            <a:xfrm>
              <a:off x="4259486" y="3429000"/>
              <a:ext cx="549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04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C8843DE-2917-46F1-EC18-991DF708EC9F}"/>
              </a:ext>
            </a:extLst>
          </p:cNvPr>
          <p:cNvGrpSpPr/>
          <p:nvPr/>
        </p:nvGrpSpPr>
        <p:grpSpPr>
          <a:xfrm>
            <a:off x="5391316" y="3450938"/>
            <a:ext cx="2468172" cy="1800000"/>
            <a:chOff x="5391316" y="3450938"/>
            <a:chExt cx="2468172" cy="1800000"/>
          </a:xfrm>
        </p:grpSpPr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8C631F76-59E2-9529-95E3-C43505FF6CBF}"/>
                </a:ext>
              </a:extLst>
            </p:cNvPr>
            <p:cNvSpPr/>
            <p:nvPr/>
          </p:nvSpPr>
          <p:spPr>
            <a:xfrm rot="16200000">
              <a:off x="5725402" y="3116852"/>
              <a:ext cx="1800000" cy="2468172"/>
            </a:xfrm>
            <a:custGeom>
              <a:avLst/>
              <a:gdLst>
                <a:gd name="csX0" fmla="*/ 1800000 w 1800000"/>
                <a:gd name="csY0" fmla="*/ 2468172 h 2468172"/>
                <a:gd name="csX1" fmla="*/ 9294 w 1800000"/>
                <a:gd name="csY1" fmla="*/ 852211 h 2468172"/>
                <a:gd name="csX2" fmla="*/ 1 w 1800000"/>
                <a:gd name="csY2" fmla="*/ 668184 h 2468172"/>
                <a:gd name="csX3" fmla="*/ 0 w 1800000"/>
                <a:gd name="csY3" fmla="*/ 668172 h 2468172"/>
                <a:gd name="csX4" fmla="*/ 1099359 w 1800000"/>
                <a:gd name="csY4" fmla="*/ 4753 h 2468172"/>
                <a:gd name="csX5" fmla="*/ 1131828 w 1800000"/>
                <a:gd name="csY5" fmla="*/ 0 h 2468172"/>
                <a:gd name="csX6" fmla="*/ 1112370 w 1800000"/>
                <a:gd name="csY6" fmla="*/ 132907 h 2468172"/>
                <a:gd name="csX7" fmla="*/ 1080000 w 1800000"/>
                <a:gd name="csY7" fmla="*/ 668172 h 2468172"/>
                <a:gd name="csX8" fmla="*/ 1112370 w 1800000"/>
                <a:gd name="csY8" fmla="*/ 1203437 h 2468172"/>
                <a:gd name="csX9" fmla="*/ 1131828 w 1800000"/>
                <a:gd name="csY9" fmla="*/ 1336345 h 2468172"/>
                <a:gd name="csX10" fmla="*/ 1131829 w 1800000"/>
                <a:gd name="csY10" fmla="*/ 1336345 h 2468172"/>
                <a:gd name="csX11" fmla="*/ 1136582 w 1800000"/>
                <a:gd name="csY11" fmla="*/ 1368813 h 2468172"/>
                <a:gd name="csX12" fmla="*/ 1800000 w 1800000"/>
                <a:gd name="csY12" fmla="*/ 2468172 h 2468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800000" h="2468172">
                  <a:moveTo>
                    <a:pt x="1800000" y="2468172"/>
                  </a:moveTo>
                  <a:cubicBezTo>
                    <a:pt x="868020" y="2468172"/>
                    <a:pt x="101472" y="1759873"/>
                    <a:pt x="9294" y="852211"/>
                  </a:cubicBezTo>
                  <a:lnTo>
                    <a:pt x="1" y="668184"/>
                  </a:lnTo>
                  <a:lnTo>
                    <a:pt x="0" y="668172"/>
                  </a:lnTo>
                  <a:cubicBezTo>
                    <a:pt x="0" y="369938"/>
                    <a:pt x="453311" y="114055"/>
                    <a:pt x="1099359" y="4753"/>
                  </a:cubicBezTo>
                  <a:lnTo>
                    <a:pt x="1131828" y="0"/>
                  </a:lnTo>
                  <a:lnTo>
                    <a:pt x="1112370" y="132907"/>
                  </a:lnTo>
                  <a:cubicBezTo>
                    <a:pt x="1091333" y="301997"/>
                    <a:pt x="1080000" y="481776"/>
                    <a:pt x="1080000" y="668172"/>
                  </a:cubicBezTo>
                  <a:cubicBezTo>
                    <a:pt x="1080000" y="854568"/>
                    <a:pt x="1091333" y="1034347"/>
                    <a:pt x="1112370" y="1203437"/>
                  </a:cubicBezTo>
                  <a:lnTo>
                    <a:pt x="1131828" y="1336345"/>
                  </a:lnTo>
                  <a:lnTo>
                    <a:pt x="1131829" y="1336345"/>
                  </a:lnTo>
                  <a:lnTo>
                    <a:pt x="1136582" y="1368813"/>
                  </a:lnTo>
                  <a:cubicBezTo>
                    <a:pt x="1245883" y="2014861"/>
                    <a:pt x="1501766" y="2468172"/>
                    <a:pt x="1800000" y="2468172"/>
                  </a:cubicBezTo>
                  <a:close/>
                </a:path>
              </a:pathLst>
            </a:custGeom>
            <a:solidFill>
              <a:srgbClr val="E9713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/>
            </a:p>
          </p:txBody>
        </p:sp>
        <p:pic>
          <p:nvPicPr>
            <p:cNvPr id="182" name="Graphic 181" descr="Lights On with solid fill">
              <a:extLst>
                <a:ext uri="{FF2B5EF4-FFF2-40B4-BE49-F238E27FC236}">
                  <a16:creationId xmlns:a16="http://schemas.microsoft.com/office/drawing/2014/main" id="{686CFBFB-5276-7593-BB31-43EFB0A38C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17480" y="4394293"/>
              <a:ext cx="343682" cy="343682"/>
            </a:xfrm>
            <a:prstGeom prst="rect">
              <a:avLst/>
            </a:prstGeom>
          </p:spPr>
        </p:pic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7F825D8-C078-7982-798C-8CE76614D107}"/>
                </a:ext>
              </a:extLst>
            </p:cNvPr>
            <p:cNvSpPr txBox="1"/>
            <p:nvPr/>
          </p:nvSpPr>
          <p:spPr>
            <a:xfrm>
              <a:off x="5730956" y="4386326"/>
              <a:ext cx="5206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03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3C2EC0-6842-B181-A424-51BB2A0432FC}"/>
              </a:ext>
            </a:extLst>
          </p:cNvPr>
          <p:cNvGrpSpPr/>
          <p:nvPr/>
        </p:nvGrpSpPr>
        <p:grpSpPr>
          <a:xfrm>
            <a:off x="6059487" y="1650939"/>
            <a:ext cx="1800001" cy="2468172"/>
            <a:chOff x="6059487" y="1650939"/>
            <a:chExt cx="1800001" cy="2468172"/>
          </a:xfrm>
        </p:grpSpPr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9367D7F9-9A65-8035-A0C3-E4EBDF1282F2}"/>
                </a:ext>
              </a:extLst>
            </p:cNvPr>
            <p:cNvSpPr/>
            <p:nvPr/>
          </p:nvSpPr>
          <p:spPr>
            <a:xfrm rot="16200000">
              <a:off x="5725402" y="1985024"/>
              <a:ext cx="2468172" cy="1800001"/>
            </a:xfrm>
            <a:custGeom>
              <a:avLst/>
              <a:gdLst>
                <a:gd name="csX0" fmla="*/ 2468172 w 2468172"/>
                <a:gd name="csY0" fmla="*/ 0 h 1800001"/>
                <a:gd name="csX1" fmla="*/ 852211 w 2468172"/>
                <a:gd name="csY1" fmla="*/ 1790707 h 1800001"/>
                <a:gd name="csX2" fmla="*/ 668194 w 2468172"/>
                <a:gd name="csY2" fmla="*/ 1799999 h 1800001"/>
                <a:gd name="csX3" fmla="*/ 668172 w 2468172"/>
                <a:gd name="csY3" fmla="*/ 1800001 h 1800001"/>
                <a:gd name="csX4" fmla="*/ 4753 w 2468172"/>
                <a:gd name="csY4" fmla="*/ 700642 h 1800001"/>
                <a:gd name="csX5" fmla="*/ 0 w 2468172"/>
                <a:gd name="csY5" fmla="*/ 668174 h 1800001"/>
                <a:gd name="csX6" fmla="*/ 132907 w 2468172"/>
                <a:gd name="csY6" fmla="*/ 687631 h 1800001"/>
                <a:gd name="csX7" fmla="*/ 668172 w 2468172"/>
                <a:gd name="csY7" fmla="*/ 720001 h 1800001"/>
                <a:gd name="csX8" fmla="*/ 1203437 w 2468172"/>
                <a:gd name="csY8" fmla="*/ 687631 h 1800001"/>
                <a:gd name="csX9" fmla="*/ 1336345 w 2468172"/>
                <a:gd name="csY9" fmla="*/ 668174 h 1800001"/>
                <a:gd name="csX10" fmla="*/ 1336345 w 2468172"/>
                <a:gd name="csY10" fmla="*/ 668173 h 1800001"/>
                <a:gd name="csX11" fmla="*/ 1368813 w 2468172"/>
                <a:gd name="csY11" fmla="*/ 663419 h 1800001"/>
                <a:gd name="csX12" fmla="*/ 2468172 w 2468172"/>
                <a:gd name="csY12" fmla="*/ 0 h 1800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468172" h="1800001">
                  <a:moveTo>
                    <a:pt x="2468172" y="0"/>
                  </a:moveTo>
                  <a:cubicBezTo>
                    <a:pt x="2468172" y="931981"/>
                    <a:pt x="1759873" y="1698529"/>
                    <a:pt x="852211" y="1790707"/>
                  </a:cubicBezTo>
                  <a:lnTo>
                    <a:pt x="668194" y="1799999"/>
                  </a:lnTo>
                  <a:lnTo>
                    <a:pt x="668172" y="1800001"/>
                  </a:lnTo>
                  <a:cubicBezTo>
                    <a:pt x="369938" y="1800001"/>
                    <a:pt x="114055" y="1346690"/>
                    <a:pt x="4753" y="700642"/>
                  </a:cubicBezTo>
                  <a:lnTo>
                    <a:pt x="0" y="668174"/>
                  </a:lnTo>
                  <a:lnTo>
                    <a:pt x="132907" y="687631"/>
                  </a:lnTo>
                  <a:cubicBezTo>
                    <a:pt x="301997" y="708668"/>
                    <a:pt x="481776" y="720001"/>
                    <a:pt x="668172" y="720001"/>
                  </a:cubicBezTo>
                  <a:cubicBezTo>
                    <a:pt x="854568" y="720001"/>
                    <a:pt x="1034347" y="708668"/>
                    <a:pt x="1203437" y="687631"/>
                  </a:cubicBezTo>
                  <a:lnTo>
                    <a:pt x="1336345" y="668174"/>
                  </a:lnTo>
                  <a:lnTo>
                    <a:pt x="1336345" y="668173"/>
                  </a:lnTo>
                  <a:lnTo>
                    <a:pt x="1368813" y="663419"/>
                  </a:lnTo>
                  <a:cubicBezTo>
                    <a:pt x="2014860" y="554117"/>
                    <a:pt x="2468172" y="298234"/>
                    <a:pt x="2468172" y="0"/>
                  </a:cubicBezTo>
                  <a:close/>
                </a:path>
              </a:pathLst>
            </a:custGeom>
            <a:solidFill>
              <a:srgbClr val="C5FF9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 dirty="0"/>
            </a:p>
          </p:txBody>
        </p:sp>
        <p:pic>
          <p:nvPicPr>
            <p:cNvPr id="185" name="Graphic 184" descr="Chess pieces with solid fill">
              <a:extLst>
                <a:ext uri="{FF2B5EF4-FFF2-40B4-BE49-F238E27FC236}">
                  <a16:creationId xmlns:a16="http://schemas.microsoft.com/office/drawing/2014/main" id="{20AC8143-D029-0BE2-9BF0-25A65AA880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65306" y="2945010"/>
              <a:ext cx="343682" cy="343682"/>
            </a:xfrm>
            <a:prstGeom prst="rect">
              <a:avLst/>
            </a:prstGeom>
          </p:spPr>
        </p:pic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8CBB679F-B501-A93C-2B33-46BCB0244FE2}"/>
                </a:ext>
              </a:extLst>
            </p:cNvPr>
            <p:cNvSpPr txBox="1"/>
            <p:nvPr/>
          </p:nvSpPr>
          <p:spPr>
            <a:xfrm>
              <a:off x="6814808" y="2947832"/>
              <a:ext cx="505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02</a:t>
              </a:r>
            </a:p>
          </p:txBody>
        </p:sp>
      </p:grpSp>
      <p:sp>
        <p:nvSpPr>
          <p:cNvPr id="190" name="Half-frame 189">
            <a:extLst>
              <a:ext uri="{FF2B5EF4-FFF2-40B4-BE49-F238E27FC236}">
                <a16:creationId xmlns:a16="http://schemas.microsoft.com/office/drawing/2014/main" id="{01088582-D8D5-0E3A-25F1-2A775481498B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F5EC2C48-D129-7823-04E2-9E20F11E2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  <p:pic>
        <p:nvPicPr>
          <p:cNvPr id="6" name="Graphic 5" descr="Chess pieces with solid fill">
            <a:extLst>
              <a:ext uri="{FF2B5EF4-FFF2-40B4-BE49-F238E27FC236}">
                <a16:creationId xmlns:a16="http://schemas.microsoft.com/office/drawing/2014/main" id="{94E975C1-CDD6-ABD1-6175-7BB5CB953C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15806" y="3905378"/>
            <a:ext cx="535790" cy="535790"/>
          </a:xfrm>
          <a:prstGeom prst="rect">
            <a:avLst/>
          </a:prstGeom>
        </p:spPr>
      </p:pic>
      <p:sp>
        <p:nvSpPr>
          <p:cNvPr id="178" name="CasellaDiTesto 8">
            <a:extLst>
              <a:ext uri="{FF2B5EF4-FFF2-40B4-BE49-F238E27FC236}">
                <a16:creationId xmlns:a16="http://schemas.microsoft.com/office/drawing/2014/main" id="{4DEB1943-5762-EFEE-DCEF-99CB204BB45D}"/>
              </a:ext>
            </a:extLst>
          </p:cNvPr>
          <p:cNvSpPr txBox="1"/>
          <p:nvPr/>
        </p:nvSpPr>
        <p:spPr>
          <a:xfrm>
            <a:off x="670946" y="3985104"/>
            <a:ext cx="2874372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DEBOLEZZE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Scalabilità organizzativa complessa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Gestione degli equilibri rispetto alla struttura attuale</a:t>
            </a:r>
          </a:p>
        </p:txBody>
      </p:sp>
      <p:pic>
        <p:nvPicPr>
          <p:cNvPr id="8" name="Graphic 7" descr="Lights On with solid fill">
            <a:extLst>
              <a:ext uri="{FF2B5EF4-FFF2-40B4-BE49-F238E27FC236}">
                <a16:creationId xmlns:a16="http://schemas.microsoft.com/office/drawing/2014/main" id="{AB0A9EFC-0ED8-FA12-6CC8-0799054990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45285" y="1124584"/>
            <a:ext cx="555184" cy="555184"/>
          </a:xfrm>
          <a:prstGeom prst="rect">
            <a:avLst/>
          </a:prstGeom>
        </p:spPr>
      </p:pic>
      <p:sp>
        <p:nvSpPr>
          <p:cNvPr id="179" name="CasellaDiTesto 25">
            <a:extLst>
              <a:ext uri="{FF2B5EF4-FFF2-40B4-BE49-F238E27FC236}">
                <a16:creationId xmlns:a16="http://schemas.microsoft.com/office/drawing/2014/main" id="{EFD43356-E0FF-CCC2-BC1B-A6551FB6FA05}"/>
              </a:ext>
            </a:extLst>
          </p:cNvPr>
          <p:cNvSpPr txBox="1"/>
          <p:nvPr/>
        </p:nvSpPr>
        <p:spPr>
          <a:xfrm>
            <a:off x="8769516" y="1267886"/>
            <a:ext cx="27515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03</a:t>
            </a:r>
            <a:endParaRPr kumimoji="0" lang="it-IT" sz="1200" i="0" u="none" strike="noStrike" kern="1200" cap="none" spc="0" normalizeH="0" baseline="0" noProof="0" dirty="0">
              <a:ln>
                <a:noFill/>
              </a:ln>
              <a:solidFill>
                <a:srgbClr val="FF9300"/>
              </a:solidFill>
              <a:effectLst/>
              <a:uLnTx/>
              <a:uFillTx/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OPPORTUNITA’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Espansione in nuovi settori regolamentati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Investimenti su servizi ad alto valore aggiunto (</a:t>
            </a:r>
            <a:r>
              <a:rPr kumimoji="0" lang="it-IT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advisory</a:t>
            </a: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, outsourcing, </a:t>
            </a:r>
            <a:r>
              <a:rPr kumimoji="0" lang="it-IT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RegTech</a:t>
            </a: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)</a:t>
            </a:r>
          </a:p>
        </p:txBody>
      </p:sp>
      <p:pic>
        <p:nvPicPr>
          <p:cNvPr id="9" name="Graphic 8" descr="Brain with solid fill">
            <a:extLst>
              <a:ext uri="{FF2B5EF4-FFF2-40B4-BE49-F238E27FC236}">
                <a16:creationId xmlns:a16="http://schemas.microsoft.com/office/drawing/2014/main" id="{0691D7A1-69FB-6CBB-7CE4-0E22618DF0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6702" y="3858502"/>
            <a:ext cx="535791" cy="535791"/>
          </a:xfrm>
          <a:prstGeom prst="rect">
            <a:avLst/>
          </a:prstGeom>
        </p:spPr>
      </p:pic>
      <p:sp>
        <p:nvSpPr>
          <p:cNvPr id="180" name="CasellaDiTesto 102">
            <a:extLst>
              <a:ext uri="{FF2B5EF4-FFF2-40B4-BE49-F238E27FC236}">
                <a16:creationId xmlns:a16="http://schemas.microsoft.com/office/drawing/2014/main" id="{7B777B0A-C713-551A-A11C-18540BBF4368}"/>
              </a:ext>
            </a:extLst>
          </p:cNvPr>
          <p:cNvSpPr txBox="1"/>
          <p:nvPr/>
        </p:nvSpPr>
        <p:spPr>
          <a:xfrm>
            <a:off x="8769516" y="3985104"/>
            <a:ext cx="2874372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04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MINACCE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pressione regolamentare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Rischi legati a crescita rapida e dispersione strategica</a:t>
            </a:r>
          </a:p>
        </p:txBody>
      </p:sp>
      <p:pic>
        <p:nvPicPr>
          <p:cNvPr id="10" name="Graphic 9" descr="Books with solid fill">
            <a:extLst>
              <a:ext uri="{FF2B5EF4-FFF2-40B4-BE49-F238E27FC236}">
                <a16:creationId xmlns:a16="http://schemas.microsoft.com/office/drawing/2014/main" id="{FCECFE85-3FD0-3BC6-8EE1-354373D723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0848" y="1102105"/>
            <a:ext cx="540481" cy="540481"/>
          </a:xfrm>
          <a:prstGeom prst="rect">
            <a:avLst/>
          </a:prstGeom>
        </p:spPr>
      </p:pic>
      <p:sp>
        <p:nvSpPr>
          <p:cNvPr id="177" name="CasellaDiTesto 4">
            <a:extLst>
              <a:ext uri="{FF2B5EF4-FFF2-40B4-BE49-F238E27FC236}">
                <a16:creationId xmlns:a16="http://schemas.microsoft.com/office/drawing/2014/main" id="{48D58333-679C-8D92-DBA0-C897A4F31148}"/>
              </a:ext>
            </a:extLst>
          </p:cNvPr>
          <p:cNvSpPr txBox="1"/>
          <p:nvPr/>
        </p:nvSpPr>
        <p:spPr>
          <a:xfrm>
            <a:off x="670946" y="1267886"/>
            <a:ext cx="2751538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01</a:t>
            </a:r>
            <a:endParaRPr kumimoji="0" lang="it-IT" sz="2800" i="0" u="none" strike="noStrike" kern="1200" cap="none" spc="0" normalizeH="0" baseline="0" noProof="0" dirty="0">
              <a:ln>
                <a:noFill/>
              </a:ln>
              <a:solidFill>
                <a:srgbClr val="FF9300"/>
              </a:solidFill>
              <a:effectLst/>
              <a:uLnTx/>
              <a:uFillTx/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PUNTI DI FORZA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Crescita più veloce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specializzazione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2168B5A-F6FC-459E-E1E4-958072DCB996}"/>
              </a:ext>
            </a:extLst>
          </p:cNvPr>
          <p:cNvSpPr txBox="1"/>
          <p:nvPr/>
        </p:nvSpPr>
        <p:spPr>
          <a:xfrm>
            <a:off x="5610868" y="3071823"/>
            <a:ext cx="952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b="1" dirty="0">
                <a:solidFill>
                  <a:schemeClr val="bg1"/>
                </a:solidFill>
                <a:latin typeface=""/>
              </a:rPr>
              <a:t>Analisi</a:t>
            </a:r>
            <a:br>
              <a:rPr lang="en-IT" b="1" dirty="0">
                <a:solidFill>
                  <a:schemeClr val="bg1"/>
                </a:solidFill>
                <a:latin typeface=""/>
              </a:rPr>
            </a:br>
            <a:r>
              <a:rPr lang="en-IT" b="1" dirty="0">
                <a:solidFill>
                  <a:schemeClr val="bg1"/>
                </a:solidFill>
                <a:latin typeface=""/>
              </a:rPr>
              <a:t>SWOT</a:t>
            </a:r>
          </a:p>
        </p:txBody>
      </p:sp>
    </p:spTree>
    <p:extLst>
      <p:ext uri="{BB962C8B-B14F-4D97-AF65-F5344CB8AC3E}">
        <p14:creationId xmlns:p14="http://schemas.microsoft.com/office/powerpoint/2010/main" val="281825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/>
      <p:bldP spid="179" grpId="0"/>
      <p:bldP spid="180" grpId="0"/>
      <p:bldP spid="177" grpId="0"/>
      <p:bldP spid="18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VanillaVTI [1777590421500]">
  <a:themeElements>
    <a:clrScheme name="Vanilla">
      <a:dk1>
        <a:srgbClr val="000000"/>
      </a:dk1>
      <a:lt1>
        <a:srgbClr val="FFFFFF"/>
      </a:lt1>
      <a:dk2>
        <a:srgbClr val="4A4A4A"/>
      </a:dk2>
      <a:lt2>
        <a:srgbClr val="F5F5F5"/>
      </a:lt2>
      <a:accent1>
        <a:srgbClr val="EA7317"/>
      </a:accent1>
      <a:accent2>
        <a:srgbClr val="F4A261"/>
      </a:accent2>
      <a:accent3>
        <a:srgbClr val="B8541A"/>
      </a:accent3>
      <a:accent4>
        <a:srgbClr val="4A4A4A"/>
      </a:accent4>
      <a:accent5>
        <a:srgbClr val="8C8C8C"/>
      </a:accent5>
      <a:accent6>
        <a:srgbClr val="D9D9D9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D963746-940E-CB41-B04D-2AA4D38732B1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56261e19-4857-4b85-949f-a8434c4e8d6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626</Words>
  <Application>Microsoft Macintosh PowerPoint</Application>
  <PresentationFormat>Widescreen</PresentationFormat>
  <Paragraphs>306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Montserrat</vt:lpstr>
      <vt:lpstr>Neue Haas Grotesk Text Pro</vt:lpstr>
      <vt:lpstr>Office Theme</vt:lpstr>
      <vt:lpstr>VanillaVTI [1777590421500]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Lucchesi</dc:creator>
  <cp:lastModifiedBy>Andrea Lucchesi</cp:lastModifiedBy>
  <cp:revision>9</cp:revision>
  <dcterms:created xsi:type="dcterms:W3CDTF">2026-04-30T23:00:33Z</dcterms:created>
  <dcterms:modified xsi:type="dcterms:W3CDTF">2026-05-02T16:17:07Z</dcterms:modified>
</cp:coreProperties>
</file>